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71" r:id="rId5"/>
    <p:sldId id="272" r:id="rId6"/>
    <p:sldId id="266" r:id="rId7"/>
    <p:sldId id="267" r:id="rId8"/>
    <p:sldId id="289" r:id="rId9"/>
    <p:sldId id="287" r:id="rId10"/>
    <p:sldId id="304" r:id="rId11"/>
    <p:sldId id="303" r:id="rId12"/>
    <p:sldId id="278" r:id="rId13"/>
    <p:sldId id="302" r:id="rId14"/>
    <p:sldId id="288" r:id="rId15"/>
    <p:sldId id="300" r:id="rId16"/>
    <p:sldId id="301" r:id="rId17"/>
    <p:sldId id="270" r:id="rId18"/>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45D"/>
    <a:srgbClr val="ED1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9C0979-7045-4FF5-9A81-69E65E881D0B}" v="83" dt="2026-02-13T12:39:19.859"/>
    <p1510:client id="{C90400A7-C595-4310-9F1F-DD328C4180FE}" v="2" dt="2026-02-13T12:45:04.7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0486" autoAdjust="0"/>
  </p:normalViewPr>
  <p:slideViewPr>
    <p:cSldViewPr snapToGrid="0">
      <p:cViewPr varScale="1">
        <p:scale>
          <a:sx n="111" d="100"/>
          <a:sy n="111" d="100"/>
        </p:scale>
        <p:origin x="474"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114300" cy="1143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ad LEYLI-ABADI" userId="5b9e46ff-14e3-4f5a-b33f-9b0627d4caad" providerId="ADAL" clId="{87759913-0E96-47C2-B38D-6B953158F4AE}"/>
    <pc:docChg chg="undo custSel addSld modSld sldOrd">
      <pc:chgData name="Milad LEYLI-ABADI" userId="5b9e46ff-14e3-4f5a-b33f-9b0627d4caad" providerId="ADAL" clId="{87759913-0E96-47C2-B38D-6B953158F4AE}" dt="2026-02-13T12:46:29.239" v="5479" actId="1038"/>
      <pc:docMkLst>
        <pc:docMk/>
      </pc:docMkLst>
      <pc:sldChg chg="modSp mod">
        <pc:chgData name="Milad LEYLI-ABADI" userId="5b9e46ff-14e3-4f5a-b33f-9b0627d4caad" providerId="ADAL" clId="{87759913-0E96-47C2-B38D-6B953158F4AE}" dt="2026-02-13T08:59:50.059" v="1411" actId="1076"/>
        <pc:sldMkLst>
          <pc:docMk/>
          <pc:sldMk cId="0" sldId="266"/>
        </pc:sldMkLst>
        <pc:spChg chg="mod">
          <ac:chgData name="Milad LEYLI-ABADI" userId="5b9e46ff-14e3-4f5a-b33f-9b0627d4caad" providerId="ADAL" clId="{87759913-0E96-47C2-B38D-6B953158F4AE}" dt="2026-02-13T08:48:14.492" v="395" actId="790"/>
          <ac:spMkLst>
            <pc:docMk/>
            <pc:sldMk cId="0" sldId="266"/>
            <ac:spMk id="500" creationId="{00000000-0000-0000-0000-000000000000}"/>
          </ac:spMkLst>
        </pc:spChg>
        <pc:spChg chg="mod">
          <ac:chgData name="Milad LEYLI-ABADI" userId="5b9e46ff-14e3-4f5a-b33f-9b0627d4caad" providerId="ADAL" clId="{87759913-0E96-47C2-B38D-6B953158F4AE}" dt="2026-02-13T08:48:14.492" v="395" actId="790"/>
          <ac:spMkLst>
            <pc:docMk/>
            <pc:sldMk cId="0" sldId="266"/>
            <ac:spMk id="502" creationId="{00000000-0000-0000-0000-000000000000}"/>
          </ac:spMkLst>
        </pc:spChg>
        <pc:spChg chg="mod">
          <ac:chgData name="Milad LEYLI-ABADI" userId="5b9e46ff-14e3-4f5a-b33f-9b0627d4caad" providerId="ADAL" clId="{87759913-0E96-47C2-B38D-6B953158F4AE}" dt="2026-02-13T08:48:14.492" v="395" actId="790"/>
          <ac:spMkLst>
            <pc:docMk/>
            <pc:sldMk cId="0" sldId="266"/>
            <ac:spMk id="503" creationId="{00000000-0000-0000-0000-000000000000}"/>
          </ac:spMkLst>
        </pc:spChg>
        <pc:spChg chg="mod">
          <ac:chgData name="Milad LEYLI-ABADI" userId="5b9e46ff-14e3-4f5a-b33f-9b0627d4caad" providerId="ADAL" clId="{87759913-0E96-47C2-B38D-6B953158F4AE}" dt="2026-02-13T08:52:26.358" v="804" actId="20577"/>
          <ac:spMkLst>
            <pc:docMk/>
            <pc:sldMk cId="0" sldId="266"/>
            <ac:spMk id="504" creationId="{00000000-0000-0000-0000-000000000000}"/>
          </ac:spMkLst>
        </pc:spChg>
        <pc:spChg chg="mod">
          <ac:chgData name="Milad LEYLI-ABADI" userId="5b9e46ff-14e3-4f5a-b33f-9b0627d4caad" providerId="ADAL" clId="{87759913-0E96-47C2-B38D-6B953158F4AE}" dt="2026-02-13T08:57:33.713" v="1292" actId="14100"/>
          <ac:spMkLst>
            <pc:docMk/>
            <pc:sldMk cId="0" sldId="266"/>
            <ac:spMk id="506" creationId="{00000000-0000-0000-0000-000000000000}"/>
          </ac:spMkLst>
        </pc:spChg>
        <pc:spChg chg="mod">
          <ac:chgData name="Milad LEYLI-ABADI" userId="5b9e46ff-14e3-4f5a-b33f-9b0627d4caad" providerId="ADAL" clId="{87759913-0E96-47C2-B38D-6B953158F4AE}" dt="2026-02-13T08:59:50.059" v="1411" actId="1076"/>
          <ac:spMkLst>
            <pc:docMk/>
            <pc:sldMk cId="0" sldId="266"/>
            <ac:spMk id="508" creationId="{00000000-0000-0000-0000-000000000000}"/>
          </ac:spMkLst>
        </pc:spChg>
        <pc:spChg chg="mod">
          <ac:chgData name="Milad LEYLI-ABADI" userId="5b9e46ff-14e3-4f5a-b33f-9b0627d4caad" providerId="ADAL" clId="{87759913-0E96-47C2-B38D-6B953158F4AE}" dt="2026-02-13T08:48:14.492" v="395" actId="790"/>
          <ac:spMkLst>
            <pc:docMk/>
            <pc:sldMk cId="0" sldId="266"/>
            <ac:spMk id="510" creationId="{00000000-0000-0000-0000-000000000000}"/>
          </ac:spMkLst>
        </pc:spChg>
        <pc:spChg chg="mod">
          <ac:chgData name="Milad LEYLI-ABADI" userId="5b9e46ff-14e3-4f5a-b33f-9b0627d4caad" providerId="ADAL" clId="{87759913-0E96-47C2-B38D-6B953158F4AE}" dt="2026-02-13T08:48:14.492" v="395" actId="790"/>
          <ac:spMkLst>
            <pc:docMk/>
            <pc:sldMk cId="0" sldId="266"/>
            <ac:spMk id="511" creationId="{00000000-0000-0000-0000-000000000000}"/>
          </ac:spMkLst>
        </pc:spChg>
        <pc:spChg chg="mod">
          <ac:chgData name="Milad LEYLI-ABADI" userId="5b9e46ff-14e3-4f5a-b33f-9b0627d4caad" providerId="ADAL" clId="{87759913-0E96-47C2-B38D-6B953158F4AE}" dt="2026-02-13T08:59:50.059" v="1411" actId="1076"/>
          <ac:spMkLst>
            <pc:docMk/>
            <pc:sldMk cId="0" sldId="266"/>
            <ac:spMk id="512" creationId="{00000000-0000-0000-0000-000000000000}"/>
          </ac:spMkLst>
        </pc:spChg>
        <pc:cxnChg chg="mod">
          <ac:chgData name="Milad LEYLI-ABADI" userId="5b9e46ff-14e3-4f5a-b33f-9b0627d4caad" providerId="ADAL" clId="{87759913-0E96-47C2-B38D-6B953158F4AE}" dt="2026-02-13T08:59:50.059" v="1411" actId="1076"/>
          <ac:cxnSpMkLst>
            <pc:docMk/>
            <pc:sldMk cId="0" sldId="266"/>
            <ac:cxnSpMk id="509" creationId="{00000000-0000-0000-0000-000000000000}"/>
          </ac:cxnSpMkLst>
        </pc:cxnChg>
      </pc:sldChg>
      <pc:sldChg chg="delSp modSp mod">
        <pc:chgData name="Milad LEYLI-ABADI" userId="5b9e46ff-14e3-4f5a-b33f-9b0627d4caad" providerId="ADAL" clId="{87759913-0E96-47C2-B38D-6B953158F4AE}" dt="2026-02-13T10:30:16.878" v="2161" actId="20577"/>
        <pc:sldMkLst>
          <pc:docMk/>
          <pc:sldMk cId="0" sldId="267"/>
        </pc:sldMkLst>
        <pc:spChg chg="mod">
          <ac:chgData name="Milad LEYLI-ABADI" userId="5b9e46ff-14e3-4f5a-b33f-9b0627d4caad" providerId="ADAL" clId="{87759913-0E96-47C2-B38D-6B953158F4AE}" dt="2026-02-13T08:48:14.492" v="395" actId="790"/>
          <ac:spMkLst>
            <pc:docMk/>
            <pc:sldMk cId="0" sldId="267"/>
            <ac:spMk id="3" creationId="{17C5D50F-5876-A35A-1E5F-3CC152530E78}"/>
          </ac:spMkLst>
        </pc:spChg>
        <pc:spChg chg="mod">
          <ac:chgData name="Milad LEYLI-ABADI" userId="5b9e46ff-14e3-4f5a-b33f-9b0627d4caad" providerId="ADAL" clId="{87759913-0E96-47C2-B38D-6B953158F4AE}" dt="2026-02-13T08:48:14.492" v="395" actId="790"/>
          <ac:spMkLst>
            <pc:docMk/>
            <pc:sldMk cId="0" sldId="267"/>
            <ac:spMk id="519" creationId="{00000000-0000-0000-0000-000000000000}"/>
          </ac:spMkLst>
        </pc:spChg>
        <pc:spChg chg="mod">
          <ac:chgData name="Milad LEYLI-ABADI" userId="5b9e46ff-14e3-4f5a-b33f-9b0627d4caad" providerId="ADAL" clId="{87759913-0E96-47C2-B38D-6B953158F4AE}" dt="2026-02-13T08:48:14.492" v="395" actId="790"/>
          <ac:spMkLst>
            <pc:docMk/>
            <pc:sldMk cId="0" sldId="267"/>
            <ac:spMk id="520" creationId="{00000000-0000-0000-0000-000000000000}"/>
          </ac:spMkLst>
        </pc:spChg>
        <pc:spChg chg="mod">
          <ac:chgData name="Milad LEYLI-ABADI" userId="5b9e46ff-14e3-4f5a-b33f-9b0627d4caad" providerId="ADAL" clId="{87759913-0E96-47C2-B38D-6B953158F4AE}" dt="2026-02-13T10:30:16.878" v="2161" actId="20577"/>
          <ac:spMkLst>
            <pc:docMk/>
            <pc:sldMk cId="0" sldId="267"/>
            <ac:spMk id="521" creationId="{00000000-0000-0000-0000-000000000000}"/>
          </ac:spMkLst>
        </pc:spChg>
        <pc:spChg chg="mod">
          <ac:chgData name="Milad LEYLI-ABADI" userId="5b9e46ff-14e3-4f5a-b33f-9b0627d4caad" providerId="ADAL" clId="{87759913-0E96-47C2-B38D-6B953158F4AE}" dt="2026-02-13T10:22:36.737" v="1755" actId="20577"/>
          <ac:spMkLst>
            <pc:docMk/>
            <pc:sldMk cId="0" sldId="267"/>
            <ac:spMk id="524" creationId="{00000000-0000-0000-0000-000000000000}"/>
          </ac:spMkLst>
        </pc:spChg>
        <pc:spChg chg="mod">
          <ac:chgData name="Milad LEYLI-ABADI" userId="5b9e46ff-14e3-4f5a-b33f-9b0627d4caad" providerId="ADAL" clId="{87759913-0E96-47C2-B38D-6B953158F4AE}" dt="2026-02-13T08:48:14.492" v="395" actId="790"/>
          <ac:spMkLst>
            <pc:docMk/>
            <pc:sldMk cId="0" sldId="267"/>
            <ac:spMk id="526" creationId="{00000000-0000-0000-0000-000000000000}"/>
          </ac:spMkLst>
        </pc:spChg>
        <pc:spChg chg="mod">
          <ac:chgData name="Milad LEYLI-ABADI" userId="5b9e46ff-14e3-4f5a-b33f-9b0627d4caad" providerId="ADAL" clId="{87759913-0E96-47C2-B38D-6B953158F4AE}" dt="2026-02-13T10:27:17.064" v="1989"/>
          <ac:spMkLst>
            <pc:docMk/>
            <pc:sldMk cId="0" sldId="267"/>
            <ac:spMk id="527" creationId="{00000000-0000-0000-0000-000000000000}"/>
          </ac:spMkLst>
        </pc:spChg>
        <pc:spChg chg="mod">
          <ac:chgData name="Milad LEYLI-ABADI" userId="5b9e46ff-14e3-4f5a-b33f-9b0627d4caad" providerId="ADAL" clId="{87759913-0E96-47C2-B38D-6B953158F4AE}" dt="2026-02-13T10:25:58.835" v="1867" actId="20577"/>
          <ac:spMkLst>
            <pc:docMk/>
            <pc:sldMk cId="0" sldId="267"/>
            <ac:spMk id="528" creationId="{00000000-0000-0000-0000-000000000000}"/>
          </ac:spMkLst>
        </pc:spChg>
        <pc:spChg chg="mod">
          <ac:chgData name="Milad LEYLI-ABADI" userId="5b9e46ff-14e3-4f5a-b33f-9b0627d4caad" providerId="ADAL" clId="{87759913-0E96-47C2-B38D-6B953158F4AE}" dt="2026-02-13T10:28:37.509" v="2128" actId="122"/>
          <ac:spMkLst>
            <pc:docMk/>
            <pc:sldMk cId="0" sldId="267"/>
            <ac:spMk id="531" creationId="{00000000-0000-0000-0000-000000000000}"/>
          </ac:spMkLst>
        </pc:spChg>
        <pc:spChg chg="mod">
          <ac:chgData name="Milad LEYLI-ABADI" userId="5b9e46ff-14e3-4f5a-b33f-9b0627d4caad" providerId="ADAL" clId="{87759913-0E96-47C2-B38D-6B953158F4AE}" dt="2026-02-13T08:48:14.492" v="395" actId="790"/>
          <ac:spMkLst>
            <pc:docMk/>
            <pc:sldMk cId="0" sldId="267"/>
            <ac:spMk id="532" creationId="{00000000-0000-0000-0000-000000000000}"/>
          </ac:spMkLst>
        </pc:spChg>
        <pc:spChg chg="mod">
          <ac:chgData name="Milad LEYLI-ABADI" userId="5b9e46ff-14e3-4f5a-b33f-9b0627d4caad" providerId="ADAL" clId="{87759913-0E96-47C2-B38D-6B953158F4AE}" dt="2026-02-13T08:48:14.492" v="395" actId="790"/>
          <ac:spMkLst>
            <pc:docMk/>
            <pc:sldMk cId="0" sldId="267"/>
            <ac:spMk id="533" creationId="{00000000-0000-0000-0000-000000000000}"/>
          </ac:spMkLst>
        </pc:spChg>
        <pc:spChg chg="mod">
          <ac:chgData name="Milad LEYLI-ABADI" userId="5b9e46ff-14e3-4f5a-b33f-9b0627d4caad" providerId="ADAL" clId="{87759913-0E96-47C2-B38D-6B953158F4AE}" dt="2026-02-13T08:48:14.492" v="395" actId="790"/>
          <ac:spMkLst>
            <pc:docMk/>
            <pc:sldMk cId="0" sldId="267"/>
            <ac:spMk id="534" creationId="{00000000-0000-0000-0000-000000000000}"/>
          </ac:spMkLst>
        </pc:spChg>
        <pc:spChg chg="mod">
          <ac:chgData name="Milad LEYLI-ABADI" userId="5b9e46ff-14e3-4f5a-b33f-9b0627d4caad" providerId="ADAL" clId="{87759913-0E96-47C2-B38D-6B953158F4AE}" dt="2026-02-13T10:22:59.679" v="1766" actId="20577"/>
          <ac:spMkLst>
            <pc:docMk/>
            <pc:sldMk cId="0" sldId="267"/>
            <ac:spMk id="535" creationId="{00000000-0000-0000-0000-000000000000}"/>
          </ac:spMkLst>
        </pc:spChg>
        <pc:spChg chg="del mod">
          <ac:chgData name="Milad LEYLI-ABADI" userId="5b9e46ff-14e3-4f5a-b33f-9b0627d4caad" providerId="ADAL" clId="{87759913-0E96-47C2-B38D-6B953158F4AE}" dt="2026-02-13T10:28:43.331" v="2130" actId="478"/>
          <ac:spMkLst>
            <pc:docMk/>
            <pc:sldMk cId="0" sldId="267"/>
            <ac:spMk id="536" creationId="{00000000-0000-0000-0000-000000000000}"/>
          </ac:spMkLst>
        </pc:spChg>
        <pc:spChg chg="del">
          <ac:chgData name="Milad LEYLI-ABADI" userId="5b9e46ff-14e3-4f5a-b33f-9b0627d4caad" providerId="ADAL" clId="{87759913-0E96-47C2-B38D-6B953158F4AE}" dt="2026-02-13T10:28:41.602" v="2129" actId="478"/>
          <ac:spMkLst>
            <pc:docMk/>
            <pc:sldMk cId="0" sldId="267"/>
            <ac:spMk id="537" creationId="{00000000-0000-0000-0000-000000000000}"/>
          </ac:spMkLst>
        </pc:spChg>
      </pc:sldChg>
      <pc:sldChg chg="modSp mod">
        <pc:chgData name="Milad LEYLI-ABADI" userId="5b9e46ff-14e3-4f5a-b33f-9b0627d4caad" providerId="ADAL" clId="{87759913-0E96-47C2-B38D-6B953158F4AE}" dt="2026-02-13T08:49:39.566" v="452" actId="20577"/>
        <pc:sldMkLst>
          <pc:docMk/>
          <pc:sldMk cId="2273910971" sldId="271"/>
        </pc:sldMkLst>
        <pc:spChg chg="mod">
          <ac:chgData name="Milad LEYLI-ABADI" userId="5b9e46ff-14e3-4f5a-b33f-9b0627d4caad" providerId="ADAL" clId="{87759913-0E96-47C2-B38D-6B953158F4AE}" dt="2026-02-13T08:48:42.574" v="419" actId="20577"/>
          <ac:spMkLst>
            <pc:docMk/>
            <pc:sldMk cId="2273910971" sldId="271"/>
            <ac:spMk id="2" creationId="{C922082D-D985-4C01-85B3-4B6430839188}"/>
          </ac:spMkLst>
        </pc:spChg>
        <pc:spChg chg="mod">
          <ac:chgData name="Milad LEYLI-ABADI" userId="5b9e46ff-14e3-4f5a-b33f-9b0627d4caad" providerId="ADAL" clId="{87759913-0E96-47C2-B38D-6B953158F4AE}" dt="2026-02-13T08:49:39.566" v="452" actId="20577"/>
          <ac:spMkLst>
            <pc:docMk/>
            <pc:sldMk cId="2273910971" sldId="271"/>
            <ac:spMk id="3" creationId="{9777AB45-0625-4B62-83AA-FF7B35B74B7D}"/>
          </ac:spMkLst>
        </pc:spChg>
        <pc:spChg chg="mod">
          <ac:chgData name="Milad LEYLI-ABADI" userId="5b9e46ff-14e3-4f5a-b33f-9b0627d4caad" providerId="ADAL" clId="{87759913-0E96-47C2-B38D-6B953158F4AE}" dt="2026-02-13T08:48:14.492" v="395" actId="790"/>
          <ac:spMkLst>
            <pc:docMk/>
            <pc:sldMk cId="2273910971" sldId="271"/>
            <ac:spMk id="4" creationId="{3BF82468-3F32-4079-8F9D-83BBCC220EF7}"/>
          </ac:spMkLst>
        </pc:spChg>
      </pc:sldChg>
      <pc:sldChg chg="modSp mod">
        <pc:chgData name="Milad LEYLI-ABADI" userId="5b9e46ff-14e3-4f5a-b33f-9b0627d4caad" providerId="ADAL" clId="{87759913-0E96-47C2-B38D-6B953158F4AE}" dt="2026-02-13T08:48:14.492" v="395" actId="790"/>
        <pc:sldMkLst>
          <pc:docMk/>
          <pc:sldMk cId="2550756314" sldId="272"/>
        </pc:sldMkLst>
        <pc:spChg chg="mod">
          <ac:chgData name="Milad LEYLI-ABADI" userId="5b9e46ff-14e3-4f5a-b33f-9b0627d4caad" providerId="ADAL" clId="{87759913-0E96-47C2-B38D-6B953158F4AE}" dt="2026-02-13T08:48:14.492" v="395" actId="790"/>
          <ac:spMkLst>
            <pc:docMk/>
            <pc:sldMk cId="2550756314" sldId="272"/>
            <ac:spMk id="2" creationId="{B0E16AAB-4A73-4920-9729-2AAC899A1F84}"/>
          </ac:spMkLst>
        </pc:spChg>
        <pc:spChg chg="mod">
          <ac:chgData name="Milad LEYLI-ABADI" userId="5b9e46ff-14e3-4f5a-b33f-9b0627d4caad" providerId="ADAL" clId="{87759913-0E96-47C2-B38D-6B953158F4AE}" dt="2026-02-13T08:48:14.492" v="395" actId="790"/>
          <ac:spMkLst>
            <pc:docMk/>
            <pc:sldMk cId="2550756314" sldId="272"/>
            <ac:spMk id="3" creationId="{95A07442-3070-4C0E-8644-2E28412B2768}"/>
          </ac:spMkLst>
        </pc:spChg>
      </pc:sldChg>
      <pc:sldChg chg="modSp mod">
        <pc:chgData name="Milad LEYLI-ABADI" userId="5b9e46ff-14e3-4f5a-b33f-9b0627d4caad" providerId="ADAL" clId="{87759913-0E96-47C2-B38D-6B953158F4AE}" dt="2026-02-13T11:51:35.198" v="2991" actId="20577"/>
        <pc:sldMkLst>
          <pc:docMk/>
          <pc:sldMk cId="1955763876" sldId="278"/>
        </pc:sldMkLst>
        <pc:spChg chg="mod">
          <ac:chgData name="Milad LEYLI-ABADI" userId="5b9e46ff-14e3-4f5a-b33f-9b0627d4caad" providerId="ADAL" clId="{87759913-0E96-47C2-B38D-6B953158F4AE}" dt="2026-02-13T11:51:35.198" v="2991" actId="20577"/>
          <ac:spMkLst>
            <pc:docMk/>
            <pc:sldMk cId="1955763876" sldId="278"/>
            <ac:spMk id="3" creationId="{F230FF07-07FC-343A-61C1-7F94D26B9FE1}"/>
          </ac:spMkLst>
        </pc:spChg>
        <pc:spChg chg="mod">
          <ac:chgData name="Milad LEYLI-ABADI" userId="5b9e46ff-14e3-4f5a-b33f-9b0627d4caad" providerId="ADAL" clId="{87759913-0E96-47C2-B38D-6B953158F4AE}" dt="2026-02-13T08:48:14.492" v="395" actId="790"/>
          <ac:spMkLst>
            <pc:docMk/>
            <pc:sldMk cId="1955763876" sldId="278"/>
            <ac:spMk id="11" creationId="{BF4A84DD-48ED-4680-540A-28E63E0D703D}"/>
          </ac:spMkLst>
        </pc:spChg>
        <pc:spChg chg="mod">
          <ac:chgData name="Milad LEYLI-ABADI" userId="5b9e46ff-14e3-4f5a-b33f-9b0627d4caad" providerId="ADAL" clId="{87759913-0E96-47C2-B38D-6B953158F4AE}" dt="2026-02-13T08:48:14.492" v="395" actId="790"/>
          <ac:spMkLst>
            <pc:docMk/>
            <pc:sldMk cId="1955763876" sldId="278"/>
            <ac:spMk id="15" creationId="{B8ADDAC9-94A5-B9B4-DC1C-1ECA2D63998C}"/>
          </ac:spMkLst>
        </pc:spChg>
        <pc:spChg chg="mod">
          <ac:chgData name="Milad LEYLI-ABADI" userId="5b9e46ff-14e3-4f5a-b33f-9b0627d4caad" providerId="ADAL" clId="{87759913-0E96-47C2-B38D-6B953158F4AE}" dt="2026-02-13T08:48:14.492" v="395" actId="790"/>
          <ac:spMkLst>
            <pc:docMk/>
            <pc:sldMk cId="1955763876" sldId="278"/>
            <ac:spMk id="16" creationId="{B046718E-12AD-DB24-76FE-75BAC8573056}"/>
          </ac:spMkLst>
        </pc:spChg>
        <pc:spChg chg="mod">
          <ac:chgData name="Milad LEYLI-ABADI" userId="5b9e46ff-14e3-4f5a-b33f-9b0627d4caad" providerId="ADAL" clId="{87759913-0E96-47C2-B38D-6B953158F4AE}" dt="2026-02-13T08:48:14.492" v="395" actId="790"/>
          <ac:spMkLst>
            <pc:docMk/>
            <pc:sldMk cId="1955763876" sldId="278"/>
            <ac:spMk id="18" creationId="{FBFB83B2-C2CF-1192-2582-93C669A861E2}"/>
          </ac:spMkLst>
        </pc:spChg>
        <pc:spChg chg="mod">
          <ac:chgData name="Milad LEYLI-ABADI" userId="5b9e46ff-14e3-4f5a-b33f-9b0627d4caad" providerId="ADAL" clId="{87759913-0E96-47C2-B38D-6B953158F4AE}" dt="2026-02-13T08:48:14.492" v="395" actId="790"/>
          <ac:spMkLst>
            <pc:docMk/>
            <pc:sldMk cId="1955763876" sldId="278"/>
            <ac:spMk id="21" creationId="{6B481268-B739-0E89-3A66-FE9D9CCE8F60}"/>
          </ac:spMkLst>
        </pc:spChg>
        <pc:spChg chg="mod">
          <ac:chgData name="Milad LEYLI-ABADI" userId="5b9e46ff-14e3-4f5a-b33f-9b0627d4caad" providerId="ADAL" clId="{87759913-0E96-47C2-B38D-6B953158F4AE}" dt="2026-02-13T08:48:14.492" v="395" actId="790"/>
          <ac:spMkLst>
            <pc:docMk/>
            <pc:sldMk cId="1955763876" sldId="278"/>
            <ac:spMk id="22" creationId="{4DB94D2A-4DA6-7154-A477-79A85057D931}"/>
          </ac:spMkLst>
        </pc:spChg>
        <pc:spChg chg="mod">
          <ac:chgData name="Milad LEYLI-ABADI" userId="5b9e46ff-14e3-4f5a-b33f-9b0627d4caad" providerId="ADAL" clId="{87759913-0E96-47C2-B38D-6B953158F4AE}" dt="2026-02-13T08:48:14.492" v="395" actId="790"/>
          <ac:spMkLst>
            <pc:docMk/>
            <pc:sldMk cId="1955763876" sldId="278"/>
            <ac:spMk id="26" creationId="{7A89AAC7-101A-9776-4312-2A7F7E5FE734}"/>
          </ac:spMkLst>
        </pc:spChg>
        <pc:spChg chg="mod">
          <ac:chgData name="Milad LEYLI-ABADI" userId="5b9e46ff-14e3-4f5a-b33f-9b0627d4caad" providerId="ADAL" clId="{87759913-0E96-47C2-B38D-6B953158F4AE}" dt="2026-02-13T08:48:14.492" v="395" actId="790"/>
          <ac:spMkLst>
            <pc:docMk/>
            <pc:sldMk cId="1955763876" sldId="278"/>
            <ac:spMk id="28" creationId="{920D1A24-DA32-6C0F-A409-803396EFE33D}"/>
          </ac:spMkLst>
        </pc:spChg>
        <pc:spChg chg="mod">
          <ac:chgData name="Milad LEYLI-ABADI" userId="5b9e46ff-14e3-4f5a-b33f-9b0627d4caad" providerId="ADAL" clId="{87759913-0E96-47C2-B38D-6B953158F4AE}" dt="2026-02-13T08:48:14.492" v="395" actId="790"/>
          <ac:spMkLst>
            <pc:docMk/>
            <pc:sldMk cId="1955763876" sldId="278"/>
            <ac:spMk id="30" creationId="{EEF5F8BB-494F-7FBB-A3EA-5872344EA886}"/>
          </ac:spMkLst>
        </pc:spChg>
      </pc:sldChg>
      <pc:sldChg chg="delSp modSp mod">
        <pc:chgData name="Milad LEYLI-ABADI" userId="5b9e46ff-14e3-4f5a-b33f-9b0627d4caad" providerId="ADAL" clId="{87759913-0E96-47C2-B38D-6B953158F4AE}" dt="2026-02-13T11:46:50.421" v="2898" actId="478"/>
        <pc:sldMkLst>
          <pc:docMk/>
          <pc:sldMk cId="2359990502" sldId="287"/>
        </pc:sldMkLst>
        <pc:spChg chg="mod">
          <ac:chgData name="Milad LEYLI-ABADI" userId="5b9e46ff-14e3-4f5a-b33f-9b0627d4caad" providerId="ADAL" clId="{87759913-0E96-47C2-B38D-6B953158F4AE}" dt="2026-02-13T08:48:14.492" v="395" actId="790"/>
          <ac:spMkLst>
            <pc:docMk/>
            <pc:sldMk cId="2359990502" sldId="287"/>
            <ac:spMk id="2" creationId="{96A80A3D-8D84-DBD8-EFBB-8FC0C69A558C}"/>
          </ac:spMkLst>
        </pc:spChg>
        <pc:spChg chg="mod">
          <ac:chgData name="Milad LEYLI-ABADI" userId="5b9e46ff-14e3-4f5a-b33f-9b0627d4caad" providerId="ADAL" clId="{87759913-0E96-47C2-B38D-6B953158F4AE}" dt="2026-02-13T11:45:59.248" v="2896" actId="20577"/>
          <ac:spMkLst>
            <pc:docMk/>
            <pc:sldMk cId="2359990502" sldId="287"/>
            <ac:spMk id="3" creationId="{D11B1D09-6A18-7A0B-E689-59076C1FD380}"/>
          </ac:spMkLst>
        </pc:spChg>
        <pc:spChg chg="del mod">
          <ac:chgData name="Milad LEYLI-ABADI" userId="5b9e46ff-14e3-4f5a-b33f-9b0627d4caad" providerId="ADAL" clId="{87759913-0E96-47C2-B38D-6B953158F4AE}" dt="2026-02-13T11:46:50.421" v="2898" actId="478"/>
          <ac:spMkLst>
            <pc:docMk/>
            <pc:sldMk cId="2359990502" sldId="287"/>
            <ac:spMk id="5" creationId="{A5CDEDCE-C54D-AB59-766F-6AC051DCC80D}"/>
          </ac:spMkLst>
        </pc:spChg>
      </pc:sldChg>
      <pc:sldChg chg="modSp new mod">
        <pc:chgData name="Milad LEYLI-ABADI" userId="5b9e46ff-14e3-4f5a-b33f-9b0627d4caad" providerId="ADAL" clId="{87759913-0E96-47C2-B38D-6B953158F4AE}" dt="2026-02-13T12:03:26.782" v="3672" actId="20577"/>
        <pc:sldMkLst>
          <pc:docMk/>
          <pc:sldMk cId="1035478617" sldId="288"/>
        </pc:sldMkLst>
        <pc:spChg chg="mod">
          <ac:chgData name="Milad LEYLI-ABADI" userId="5b9e46ff-14e3-4f5a-b33f-9b0627d4caad" providerId="ADAL" clId="{87759913-0E96-47C2-B38D-6B953158F4AE}" dt="2026-02-13T08:48:14.492" v="395" actId="790"/>
          <ac:spMkLst>
            <pc:docMk/>
            <pc:sldMk cId="1035478617" sldId="288"/>
            <ac:spMk id="2" creationId="{0756398B-8329-1991-9633-B7ABAA518262}"/>
          </ac:spMkLst>
        </pc:spChg>
        <pc:spChg chg="mod">
          <ac:chgData name="Milad LEYLI-ABADI" userId="5b9e46ff-14e3-4f5a-b33f-9b0627d4caad" providerId="ADAL" clId="{87759913-0E96-47C2-B38D-6B953158F4AE}" dt="2026-02-13T12:03:26.782" v="3672" actId="20577"/>
          <ac:spMkLst>
            <pc:docMk/>
            <pc:sldMk cId="1035478617" sldId="288"/>
            <ac:spMk id="3" creationId="{D0B6CE8D-86ED-E468-DD78-45FA62BBDD19}"/>
          </ac:spMkLst>
        </pc:spChg>
      </pc:sldChg>
      <pc:sldChg chg="addSp delSp modSp new mod ord">
        <pc:chgData name="Milad LEYLI-ABADI" userId="5b9e46ff-14e3-4f5a-b33f-9b0627d4caad" providerId="ADAL" clId="{87759913-0E96-47C2-B38D-6B953158F4AE}" dt="2026-02-13T12:46:29.239" v="5479" actId="1038"/>
        <pc:sldMkLst>
          <pc:docMk/>
          <pc:sldMk cId="3171707668" sldId="289"/>
        </pc:sldMkLst>
        <pc:spChg chg="mod">
          <ac:chgData name="Milad LEYLI-ABADI" userId="5b9e46ff-14e3-4f5a-b33f-9b0627d4caad" providerId="ADAL" clId="{87759913-0E96-47C2-B38D-6B953158F4AE}" dt="2026-02-13T08:48:14.492" v="395" actId="790"/>
          <ac:spMkLst>
            <pc:docMk/>
            <pc:sldMk cId="3171707668" sldId="289"/>
            <ac:spMk id="2" creationId="{7294ADBC-491F-0BFD-D2F7-286000947A5D}"/>
          </ac:spMkLst>
        </pc:spChg>
        <pc:spChg chg="add mod">
          <ac:chgData name="Milad LEYLI-ABADI" userId="5b9e46ff-14e3-4f5a-b33f-9b0627d4caad" providerId="ADAL" clId="{87759913-0E96-47C2-B38D-6B953158F4AE}" dt="2026-02-13T12:46:02.425" v="5472" actId="1076"/>
          <ac:spMkLst>
            <pc:docMk/>
            <pc:sldMk cId="3171707668" sldId="289"/>
            <ac:spMk id="3" creationId="{C067A1EF-1DF7-A6B3-94CE-40121C40D1D6}"/>
          </ac:spMkLst>
        </pc:spChg>
        <pc:spChg chg="add mod">
          <ac:chgData name="Milad LEYLI-ABADI" userId="5b9e46ff-14e3-4f5a-b33f-9b0627d4caad" providerId="ADAL" clId="{87759913-0E96-47C2-B38D-6B953158F4AE}" dt="2026-02-13T12:46:02.425" v="5472" actId="1076"/>
          <ac:spMkLst>
            <pc:docMk/>
            <pc:sldMk cId="3171707668" sldId="289"/>
            <ac:spMk id="4" creationId="{4735BDC6-4349-97CF-705E-4127F903C5B1}"/>
          </ac:spMkLst>
        </pc:spChg>
        <pc:spChg chg="add mod">
          <ac:chgData name="Milad LEYLI-ABADI" userId="5b9e46ff-14e3-4f5a-b33f-9b0627d4caad" providerId="ADAL" clId="{87759913-0E96-47C2-B38D-6B953158F4AE}" dt="2026-02-13T11:40:08.353" v="2372" actId="114"/>
          <ac:spMkLst>
            <pc:docMk/>
            <pc:sldMk cId="3171707668" sldId="289"/>
            <ac:spMk id="6" creationId="{D21504D7-110D-E410-E75E-C57AC5875E7D}"/>
          </ac:spMkLst>
        </pc:spChg>
        <pc:spChg chg="add mod">
          <ac:chgData name="Milad LEYLI-ABADI" userId="5b9e46ff-14e3-4f5a-b33f-9b0627d4caad" providerId="ADAL" clId="{87759913-0E96-47C2-B38D-6B953158F4AE}" dt="2026-02-13T10:31:01.874" v="2193" actId="1076"/>
          <ac:spMkLst>
            <pc:docMk/>
            <pc:sldMk cId="3171707668" sldId="289"/>
            <ac:spMk id="7" creationId="{D22DEB28-1029-D74C-7B7B-D5C718EBA406}"/>
          </ac:spMkLst>
        </pc:spChg>
        <pc:spChg chg="add mod">
          <ac:chgData name="Milad LEYLI-ABADI" userId="5b9e46ff-14e3-4f5a-b33f-9b0627d4caad" providerId="ADAL" clId="{87759913-0E96-47C2-B38D-6B953158F4AE}" dt="2026-02-13T10:31:06.365" v="2194" actId="1076"/>
          <ac:spMkLst>
            <pc:docMk/>
            <pc:sldMk cId="3171707668" sldId="289"/>
            <ac:spMk id="8" creationId="{65C49F50-18F6-AE12-85BE-FDE30E4B438A}"/>
          </ac:spMkLst>
        </pc:spChg>
        <pc:spChg chg="add mod">
          <ac:chgData name="Milad LEYLI-ABADI" userId="5b9e46ff-14e3-4f5a-b33f-9b0627d4caad" providerId="ADAL" clId="{87759913-0E96-47C2-B38D-6B953158F4AE}" dt="2026-02-13T12:46:02.425" v="5472" actId="1076"/>
          <ac:spMkLst>
            <pc:docMk/>
            <pc:sldMk cId="3171707668" sldId="289"/>
            <ac:spMk id="9" creationId="{3741B371-EBCB-D737-1674-FF22F2342EB2}"/>
          </ac:spMkLst>
        </pc:spChg>
        <pc:spChg chg="add mod">
          <ac:chgData name="Milad LEYLI-ABADI" userId="5b9e46ff-14e3-4f5a-b33f-9b0627d4caad" providerId="ADAL" clId="{87759913-0E96-47C2-B38D-6B953158F4AE}" dt="2026-02-13T12:46:02.425" v="5472" actId="1076"/>
          <ac:spMkLst>
            <pc:docMk/>
            <pc:sldMk cId="3171707668" sldId="289"/>
            <ac:spMk id="10" creationId="{CD006C08-22A5-DF89-6759-DC15B70F57FB}"/>
          </ac:spMkLst>
        </pc:spChg>
        <pc:spChg chg="add mod">
          <ac:chgData name="Milad LEYLI-ABADI" userId="5b9e46ff-14e3-4f5a-b33f-9b0627d4caad" providerId="ADAL" clId="{87759913-0E96-47C2-B38D-6B953158F4AE}" dt="2026-02-13T10:32:13.278" v="2209" actId="1076"/>
          <ac:spMkLst>
            <pc:docMk/>
            <pc:sldMk cId="3171707668" sldId="289"/>
            <ac:spMk id="11" creationId="{5323697C-F196-3D42-9618-3D415862A3D1}"/>
          </ac:spMkLst>
        </pc:spChg>
        <pc:spChg chg="add mod">
          <ac:chgData name="Milad LEYLI-ABADI" userId="5b9e46ff-14e3-4f5a-b33f-9b0627d4caad" providerId="ADAL" clId="{87759913-0E96-47C2-B38D-6B953158F4AE}" dt="2026-02-13T10:32:13.278" v="2209" actId="1076"/>
          <ac:spMkLst>
            <pc:docMk/>
            <pc:sldMk cId="3171707668" sldId="289"/>
            <ac:spMk id="12" creationId="{309D3BBB-3022-F4D1-C826-46501CD99615}"/>
          </ac:spMkLst>
        </pc:spChg>
        <pc:spChg chg="add mod">
          <ac:chgData name="Milad LEYLI-ABADI" userId="5b9e46ff-14e3-4f5a-b33f-9b0627d4caad" providerId="ADAL" clId="{87759913-0E96-47C2-B38D-6B953158F4AE}" dt="2026-02-13T11:40:13.781" v="2373" actId="1076"/>
          <ac:spMkLst>
            <pc:docMk/>
            <pc:sldMk cId="3171707668" sldId="289"/>
            <ac:spMk id="13" creationId="{980160D6-10B2-7026-7710-069051B3B1F2}"/>
          </ac:spMkLst>
        </pc:spChg>
        <pc:spChg chg="add mod">
          <ac:chgData name="Milad LEYLI-ABADI" userId="5b9e46ff-14e3-4f5a-b33f-9b0627d4caad" providerId="ADAL" clId="{87759913-0E96-47C2-B38D-6B953158F4AE}" dt="2026-02-13T11:38:46.109" v="2334"/>
          <ac:spMkLst>
            <pc:docMk/>
            <pc:sldMk cId="3171707668" sldId="289"/>
            <ac:spMk id="14" creationId="{F608FE3E-800A-B3F7-8CCB-CD259F59A058}"/>
          </ac:spMkLst>
        </pc:spChg>
        <pc:spChg chg="add mod">
          <ac:chgData name="Milad LEYLI-ABADI" userId="5b9e46ff-14e3-4f5a-b33f-9b0627d4caad" providerId="ADAL" clId="{87759913-0E96-47C2-B38D-6B953158F4AE}" dt="2026-02-13T11:40:22.393" v="2376" actId="1036"/>
          <ac:spMkLst>
            <pc:docMk/>
            <pc:sldMk cId="3171707668" sldId="289"/>
            <ac:spMk id="15" creationId="{187930C8-710F-64B6-9695-602B00052328}"/>
          </ac:spMkLst>
        </pc:spChg>
        <pc:spChg chg="add mod">
          <ac:chgData name="Milad LEYLI-ABADI" userId="5b9e46ff-14e3-4f5a-b33f-9b0627d4caad" providerId="ADAL" clId="{87759913-0E96-47C2-B38D-6B953158F4AE}" dt="2026-02-13T11:40:22.393" v="2376" actId="1036"/>
          <ac:spMkLst>
            <pc:docMk/>
            <pc:sldMk cId="3171707668" sldId="289"/>
            <ac:spMk id="16" creationId="{8D9100DB-70BB-3683-D031-2CD190EDCE8C}"/>
          </ac:spMkLst>
        </pc:spChg>
        <pc:spChg chg="add mod">
          <ac:chgData name="Milad LEYLI-ABADI" userId="5b9e46ff-14e3-4f5a-b33f-9b0627d4caad" providerId="ADAL" clId="{87759913-0E96-47C2-B38D-6B953158F4AE}" dt="2026-02-13T11:40:46.657" v="2379" actId="14100"/>
          <ac:spMkLst>
            <pc:docMk/>
            <pc:sldMk cId="3171707668" sldId="289"/>
            <ac:spMk id="17" creationId="{03E11402-6E6A-7631-5455-C00F97DE1C78}"/>
          </ac:spMkLst>
        </pc:spChg>
        <pc:spChg chg="add mod">
          <ac:chgData name="Milad LEYLI-ABADI" userId="5b9e46ff-14e3-4f5a-b33f-9b0627d4caad" providerId="ADAL" clId="{87759913-0E96-47C2-B38D-6B953158F4AE}" dt="2026-02-13T11:40:56.745" v="2383" actId="14100"/>
          <ac:spMkLst>
            <pc:docMk/>
            <pc:sldMk cId="3171707668" sldId="289"/>
            <ac:spMk id="18" creationId="{789620C6-BBA5-BD50-FF07-96ED4187A431}"/>
          </ac:spMkLst>
        </pc:spChg>
        <pc:spChg chg="add mod">
          <ac:chgData name="Milad LEYLI-ABADI" userId="5b9e46ff-14e3-4f5a-b33f-9b0627d4caad" providerId="ADAL" clId="{87759913-0E96-47C2-B38D-6B953158F4AE}" dt="2026-02-13T12:46:07.779" v="5473" actId="20577"/>
          <ac:spMkLst>
            <pc:docMk/>
            <pc:sldMk cId="3171707668" sldId="289"/>
            <ac:spMk id="19" creationId="{CDCD04F5-2464-E9DA-B6FB-01C78E739070}"/>
          </ac:spMkLst>
        </pc:spChg>
        <pc:spChg chg="add mod">
          <ac:chgData name="Milad LEYLI-ABADI" userId="5b9e46ff-14e3-4f5a-b33f-9b0627d4caad" providerId="ADAL" clId="{87759913-0E96-47C2-B38D-6B953158F4AE}" dt="2026-02-13T12:46:29.239" v="5479" actId="1038"/>
          <ac:spMkLst>
            <pc:docMk/>
            <pc:sldMk cId="3171707668" sldId="289"/>
            <ac:spMk id="20" creationId="{55B88E56-97B1-81B4-6F98-86C7FED00E89}"/>
          </ac:spMkLst>
        </pc:spChg>
        <pc:spChg chg="add del">
          <ac:chgData name="Milad LEYLI-ABADI" userId="5b9e46ff-14e3-4f5a-b33f-9b0627d4caad" providerId="ADAL" clId="{87759913-0E96-47C2-B38D-6B953158F4AE}" dt="2026-02-13T12:45:08.583" v="5467" actId="478"/>
          <ac:spMkLst>
            <pc:docMk/>
            <pc:sldMk cId="3171707668" sldId="289"/>
            <ac:spMk id="21" creationId="{B832ECA2-343A-F995-0E7C-B81DDD61CFC1}"/>
          </ac:spMkLst>
        </pc:spChg>
        <pc:graphicFrameChg chg="add del mod">
          <ac:chgData name="Milad LEYLI-ABADI" userId="5b9e46ff-14e3-4f5a-b33f-9b0627d4caad" providerId="ADAL" clId="{87759913-0E96-47C2-B38D-6B953158F4AE}" dt="2026-02-13T08:45:09.778" v="343" actId="478"/>
          <ac:graphicFrameMkLst>
            <pc:docMk/>
            <pc:sldMk cId="3171707668" sldId="289"/>
            <ac:graphicFrameMk id="3" creationId="{6DBA2B59-2309-FAD5-6A5A-6BC957DB8A1F}"/>
          </ac:graphicFrameMkLst>
        </pc:graphicFrameChg>
        <pc:picChg chg="add mod">
          <ac:chgData name="Milad LEYLI-ABADI" userId="5b9e46ff-14e3-4f5a-b33f-9b0627d4caad" providerId="ADAL" clId="{87759913-0E96-47C2-B38D-6B953158F4AE}" dt="2026-02-13T12:46:02.425" v="5472" actId="1076"/>
          <ac:picMkLst>
            <pc:docMk/>
            <pc:sldMk cId="3171707668" sldId="289"/>
            <ac:picMk id="5" creationId="{E9B46E58-D29E-EBDB-03FB-8E612D817B3A}"/>
          </ac:picMkLst>
        </pc:picChg>
      </pc:sldChg>
      <pc:sldChg chg="add">
        <pc:chgData name="Milad LEYLI-ABADI" userId="5b9e46ff-14e3-4f5a-b33f-9b0627d4caad" providerId="ADAL" clId="{87759913-0E96-47C2-B38D-6B953158F4AE}" dt="2026-02-13T11:47:42.176" v="2900"/>
        <pc:sldMkLst>
          <pc:docMk/>
          <pc:sldMk cId="1622628706" sldId="300"/>
        </pc:sldMkLst>
      </pc:sldChg>
      <pc:sldChg chg="addSp delSp modSp add mod">
        <pc:chgData name="Milad LEYLI-ABADI" userId="5b9e46ff-14e3-4f5a-b33f-9b0627d4caad" providerId="ADAL" clId="{87759913-0E96-47C2-B38D-6B953158F4AE}" dt="2026-02-13T11:49:01.726" v="2910" actId="1076"/>
        <pc:sldMkLst>
          <pc:docMk/>
          <pc:sldMk cId="2566854199" sldId="301"/>
        </pc:sldMkLst>
        <pc:spChg chg="mod">
          <ac:chgData name="Milad LEYLI-ABADI" userId="5b9e46ff-14e3-4f5a-b33f-9b0627d4caad" providerId="ADAL" clId="{87759913-0E96-47C2-B38D-6B953158F4AE}" dt="2026-02-13T11:49:01.726" v="2910" actId="1076"/>
          <ac:spMkLst>
            <pc:docMk/>
            <pc:sldMk cId="2566854199" sldId="301"/>
            <ac:spMk id="5" creationId="{E8155120-C470-194D-F67D-F1627C120339}"/>
          </ac:spMkLst>
        </pc:spChg>
        <pc:picChg chg="add mod">
          <ac:chgData name="Milad LEYLI-ABADI" userId="5b9e46ff-14e3-4f5a-b33f-9b0627d4caad" providerId="ADAL" clId="{87759913-0E96-47C2-B38D-6B953158F4AE}" dt="2026-02-13T11:48:50.476" v="2906" actId="1076"/>
          <ac:picMkLst>
            <pc:docMk/>
            <pc:sldMk cId="2566854199" sldId="301"/>
            <ac:picMk id="4" creationId="{D0E7427F-617F-72F9-C5E7-6D85BE03A486}"/>
          </ac:picMkLst>
        </pc:picChg>
        <pc:picChg chg="del">
          <ac:chgData name="Milad LEYLI-ABADI" userId="5b9e46ff-14e3-4f5a-b33f-9b0627d4caad" providerId="ADAL" clId="{87759913-0E96-47C2-B38D-6B953158F4AE}" dt="2026-02-13T11:48:42.185" v="2902" actId="478"/>
          <ac:picMkLst>
            <pc:docMk/>
            <pc:sldMk cId="2566854199" sldId="301"/>
            <ac:picMk id="7" creationId="{2D04DB09-45DF-3B2D-F6C9-EA47DE4B0D97}"/>
          </ac:picMkLst>
        </pc:picChg>
      </pc:sldChg>
      <pc:sldChg chg="addSp delSp modSp new mod">
        <pc:chgData name="Milad LEYLI-ABADI" userId="5b9e46ff-14e3-4f5a-b33f-9b0627d4caad" providerId="ADAL" clId="{87759913-0E96-47C2-B38D-6B953158F4AE}" dt="2026-02-13T12:16:16.888" v="4545" actId="732"/>
        <pc:sldMkLst>
          <pc:docMk/>
          <pc:sldMk cId="737619571" sldId="302"/>
        </pc:sldMkLst>
        <pc:spChg chg="mod">
          <ac:chgData name="Milad LEYLI-ABADI" userId="5b9e46ff-14e3-4f5a-b33f-9b0627d4caad" providerId="ADAL" clId="{87759913-0E96-47C2-B38D-6B953158F4AE}" dt="2026-02-13T12:15:56.065" v="4544" actId="790"/>
          <ac:spMkLst>
            <pc:docMk/>
            <pc:sldMk cId="737619571" sldId="302"/>
            <ac:spMk id="2" creationId="{22E51A65-22BF-32B7-BA99-9978E05CE549}"/>
          </ac:spMkLst>
        </pc:spChg>
        <pc:spChg chg="del">
          <ac:chgData name="Milad LEYLI-ABADI" userId="5b9e46ff-14e3-4f5a-b33f-9b0627d4caad" providerId="ADAL" clId="{87759913-0E96-47C2-B38D-6B953158F4AE}" dt="2026-02-13T11:52:15.105" v="2994" actId="478"/>
          <ac:spMkLst>
            <pc:docMk/>
            <pc:sldMk cId="737619571" sldId="302"/>
            <ac:spMk id="3" creationId="{3FE665FD-0269-A4FD-7AD2-C10185A23CE8}"/>
          </ac:spMkLst>
        </pc:spChg>
        <pc:spChg chg="add mod">
          <ac:chgData name="Milad LEYLI-ABADI" userId="5b9e46ff-14e3-4f5a-b33f-9b0627d4caad" providerId="ADAL" clId="{87759913-0E96-47C2-B38D-6B953158F4AE}" dt="2026-02-13T12:05:38.003" v="3678" actId="1076"/>
          <ac:spMkLst>
            <pc:docMk/>
            <pc:sldMk cId="737619571" sldId="302"/>
            <ac:spMk id="4" creationId="{6C5E4EFB-4E60-E819-D0A4-A85989137563}"/>
          </ac:spMkLst>
        </pc:spChg>
        <pc:spChg chg="add mod">
          <ac:chgData name="Milad LEYLI-ABADI" userId="5b9e46ff-14e3-4f5a-b33f-9b0627d4caad" providerId="ADAL" clId="{87759913-0E96-47C2-B38D-6B953158F4AE}" dt="2026-02-13T11:54:54.270" v="3286" actId="1076"/>
          <ac:spMkLst>
            <pc:docMk/>
            <pc:sldMk cId="737619571" sldId="302"/>
            <ac:spMk id="10" creationId="{E64AB83A-3237-0838-975D-7A6A4717F867}"/>
          </ac:spMkLst>
        </pc:spChg>
        <pc:spChg chg="add mod">
          <ac:chgData name="Milad LEYLI-ABADI" userId="5b9e46ff-14e3-4f5a-b33f-9b0627d4caad" providerId="ADAL" clId="{87759913-0E96-47C2-B38D-6B953158F4AE}" dt="2026-02-13T12:06:55.452" v="3725" actId="1036"/>
          <ac:spMkLst>
            <pc:docMk/>
            <pc:sldMk cId="737619571" sldId="302"/>
            <ac:spMk id="13" creationId="{CCAB79D3-F3D4-790D-5EAE-94549BA3355F}"/>
          </ac:spMkLst>
        </pc:spChg>
        <pc:spChg chg="add mod">
          <ac:chgData name="Milad LEYLI-ABADI" userId="5b9e46ff-14e3-4f5a-b33f-9b0627d4caad" providerId="ADAL" clId="{87759913-0E96-47C2-B38D-6B953158F4AE}" dt="2026-02-13T11:58:39.207" v="3546" actId="14100"/>
          <ac:spMkLst>
            <pc:docMk/>
            <pc:sldMk cId="737619571" sldId="302"/>
            <ac:spMk id="14" creationId="{DDF011EF-52CF-2B74-9A27-702A81F2E9AA}"/>
          </ac:spMkLst>
        </pc:spChg>
        <pc:spChg chg="add mod">
          <ac:chgData name="Milad LEYLI-ABADI" userId="5b9e46ff-14e3-4f5a-b33f-9b0627d4caad" providerId="ADAL" clId="{87759913-0E96-47C2-B38D-6B953158F4AE}" dt="2026-02-13T12:07:05.405" v="3726" actId="2085"/>
          <ac:spMkLst>
            <pc:docMk/>
            <pc:sldMk cId="737619571" sldId="302"/>
            <ac:spMk id="22" creationId="{1F0A4DD7-8A9A-35EA-63F2-D9B01AA5805D}"/>
          </ac:spMkLst>
        </pc:spChg>
        <pc:spChg chg="add mod">
          <ac:chgData name="Milad LEYLI-ABADI" userId="5b9e46ff-14e3-4f5a-b33f-9b0627d4caad" providerId="ADAL" clId="{87759913-0E96-47C2-B38D-6B953158F4AE}" dt="2026-02-13T12:07:05.405" v="3726" actId="2085"/>
          <ac:spMkLst>
            <pc:docMk/>
            <pc:sldMk cId="737619571" sldId="302"/>
            <ac:spMk id="37" creationId="{DFF182A8-296F-0A99-B3BD-EAF23C42AB25}"/>
          </ac:spMkLst>
        </pc:spChg>
        <pc:spChg chg="add mod">
          <ac:chgData name="Milad LEYLI-ABADI" userId="5b9e46ff-14e3-4f5a-b33f-9b0627d4caad" providerId="ADAL" clId="{87759913-0E96-47C2-B38D-6B953158F4AE}" dt="2026-02-13T12:02:16.631" v="3657" actId="1076"/>
          <ac:spMkLst>
            <pc:docMk/>
            <pc:sldMk cId="737619571" sldId="302"/>
            <ac:spMk id="49" creationId="{A47FEF15-7934-216A-A906-C886C71B073A}"/>
          </ac:spMkLst>
        </pc:spChg>
        <pc:spChg chg="add mod">
          <ac:chgData name="Milad LEYLI-ABADI" userId="5b9e46ff-14e3-4f5a-b33f-9b0627d4caad" providerId="ADAL" clId="{87759913-0E96-47C2-B38D-6B953158F4AE}" dt="2026-02-13T12:02:08.419" v="3654" actId="1076"/>
          <ac:spMkLst>
            <pc:docMk/>
            <pc:sldMk cId="737619571" sldId="302"/>
            <ac:spMk id="50" creationId="{E9CFFE15-7CE3-8CA6-1584-6133F9667183}"/>
          </ac:spMkLst>
        </pc:spChg>
        <pc:picChg chg="add mod">
          <ac:chgData name="Milad LEYLI-ABADI" userId="5b9e46ff-14e3-4f5a-b33f-9b0627d4caad" providerId="ADAL" clId="{87759913-0E96-47C2-B38D-6B953158F4AE}" dt="2026-02-13T12:16:16.888" v="4545" actId="732"/>
          <ac:picMkLst>
            <pc:docMk/>
            <pc:sldMk cId="737619571" sldId="302"/>
            <ac:picMk id="1026" creationId="{95FF8EAF-AA2A-74B8-5499-9DAB8900D0F4}"/>
          </ac:picMkLst>
        </pc:picChg>
        <pc:cxnChg chg="add mod">
          <ac:chgData name="Milad LEYLI-ABADI" userId="5b9e46ff-14e3-4f5a-b33f-9b0627d4caad" providerId="ADAL" clId="{87759913-0E96-47C2-B38D-6B953158F4AE}" dt="2026-02-13T12:05:34.880" v="3677" actId="1076"/>
          <ac:cxnSpMkLst>
            <pc:docMk/>
            <pc:sldMk cId="737619571" sldId="302"/>
            <ac:cxnSpMk id="6" creationId="{080A285F-A541-0A42-F82B-6558F47E3D4A}"/>
          </ac:cxnSpMkLst>
        </pc:cxnChg>
        <pc:cxnChg chg="add mod">
          <ac:chgData name="Milad LEYLI-ABADI" userId="5b9e46ff-14e3-4f5a-b33f-9b0627d4caad" providerId="ADAL" clId="{87759913-0E96-47C2-B38D-6B953158F4AE}" dt="2026-02-13T11:55:02.318" v="3289" actId="14100"/>
          <ac:cxnSpMkLst>
            <pc:docMk/>
            <pc:sldMk cId="737619571" sldId="302"/>
            <ac:cxnSpMk id="11" creationId="{44191071-2A16-6816-A560-076CE84A065A}"/>
          </ac:cxnSpMkLst>
        </pc:cxnChg>
        <pc:cxnChg chg="add mod">
          <ac:chgData name="Milad LEYLI-ABADI" userId="5b9e46ff-14e3-4f5a-b33f-9b0627d4caad" providerId="ADAL" clId="{87759913-0E96-47C2-B38D-6B953158F4AE}" dt="2026-02-13T12:06:49.745" v="3716" actId="14100"/>
          <ac:cxnSpMkLst>
            <pc:docMk/>
            <pc:sldMk cId="737619571" sldId="302"/>
            <ac:cxnSpMk id="16" creationId="{464317E2-B91F-B206-C659-5A10F2014C24}"/>
          </ac:cxnSpMkLst>
        </pc:cxnChg>
        <pc:cxnChg chg="add mod">
          <ac:chgData name="Milad LEYLI-ABADI" userId="5b9e46ff-14e3-4f5a-b33f-9b0627d4caad" providerId="ADAL" clId="{87759913-0E96-47C2-B38D-6B953158F4AE}" dt="2026-02-13T12:06:55.452" v="3725" actId="1036"/>
          <ac:cxnSpMkLst>
            <pc:docMk/>
            <pc:sldMk cId="737619571" sldId="302"/>
            <ac:cxnSpMk id="38" creationId="{22B636E0-B10A-12DC-568F-B322D98FE865}"/>
          </ac:cxnSpMkLst>
        </pc:cxnChg>
      </pc:sldChg>
      <pc:sldChg chg="addSp modSp new mod modClrScheme chgLayout">
        <pc:chgData name="Milad LEYLI-ABADI" userId="5b9e46ff-14e3-4f5a-b33f-9b0627d4caad" providerId="ADAL" clId="{87759913-0E96-47C2-B38D-6B953158F4AE}" dt="2026-02-13T12:15:36.836" v="4543" actId="1076"/>
        <pc:sldMkLst>
          <pc:docMk/>
          <pc:sldMk cId="3134305561" sldId="303"/>
        </pc:sldMkLst>
        <pc:spChg chg="mod ord">
          <ac:chgData name="Milad LEYLI-ABADI" userId="5b9e46ff-14e3-4f5a-b33f-9b0627d4caad" providerId="ADAL" clId="{87759913-0E96-47C2-B38D-6B953158F4AE}" dt="2026-02-13T12:07:49.654" v="3753" actId="700"/>
          <ac:spMkLst>
            <pc:docMk/>
            <pc:sldMk cId="3134305561" sldId="303"/>
            <ac:spMk id="2" creationId="{1CCDCD37-7F6F-C670-36C1-735EC6F5EFBA}"/>
          </ac:spMkLst>
        </pc:spChg>
        <pc:spChg chg="add mod ord">
          <ac:chgData name="Milad LEYLI-ABADI" userId="5b9e46ff-14e3-4f5a-b33f-9b0627d4caad" providerId="ADAL" clId="{87759913-0E96-47C2-B38D-6B953158F4AE}" dt="2026-02-13T12:15:10.958" v="4539" actId="20577"/>
          <ac:spMkLst>
            <pc:docMk/>
            <pc:sldMk cId="3134305561" sldId="303"/>
            <ac:spMk id="3" creationId="{75CFB5A0-5222-32A6-2FE7-709510ADAD96}"/>
          </ac:spMkLst>
        </pc:spChg>
        <pc:picChg chg="add mod">
          <ac:chgData name="Milad LEYLI-ABADI" userId="5b9e46ff-14e3-4f5a-b33f-9b0627d4caad" providerId="ADAL" clId="{87759913-0E96-47C2-B38D-6B953158F4AE}" dt="2026-02-13T12:13:33.169" v="4370" actId="1037"/>
          <ac:picMkLst>
            <pc:docMk/>
            <pc:sldMk cId="3134305561" sldId="303"/>
            <ac:picMk id="4" creationId="{9E9167AE-00ED-B54C-D6BF-253BF494ED3C}"/>
          </ac:picMkLst>
        </pc:picChg>
        <pc:picChg chg="add mod">
          <ac:chgData name="Milad LEYLI-ABADI" userId="5b9e46ff-14e3-4f5a-b33f-9b0627d4caad" providerId="ADAL" clId="{87759913-0E96-47C2-B38D-6B953158F4AE}" dt="2026-02-13T12:15:36.836" v="4543" actId="1076"/>
          <ac:picMkLst>
            <pc:docMk/>
            <pc:sldMk cId="3134305561" sldId="303"/>
            <ac:picMk id="6" creationId="{FBFCAE3D-B6E8-7E82-48AC-C3983A8C3ACF}"/>
          </ac:picMkLst>
        </pc:picChg>
        <pc:picChg chg="add mod">
          <ac:chgData name="Milad LEYLI-ABADI" userId="5b9e46ff-14e3-4f5a-b33f-9b0627d4caad" providerId="ADAL" clId="{87759913-0E96-47C2-B38D-6B953158F4AE}" dt="2026-02-13T12:15:32.273" v="4542" actId="1076"/>
          <ac:picMkLst>
            <pc:docMk/>
            <pc:sldMk cId="3134305561" sldId="303"/>
            <ac:picMk id="7" creationId="{C9EE3BA9-3DB7-3C15-1FEA-895D08230743}"/>
          </ac:picMkLst>
        </pc:picChg>
      </pc:sldChg>
      <pc:sldChg chg="addSp delSp modSp new mod">
        <pc:chgData name="Milad LEYLI-ABADI" userId="5b9e46ff-14e3-4f5a-b33f-9b0627d4caad" providerId="ADAL" clId="{87759913-0E96-47C2-B38D-6B953158F4AE}" dt="2026-02-13T12:40:11.436" v="5415" actId="404"/>
        <pc:sldMkLst>
          <pc:docMk/>
          <pc:sldMk cId="3347572635" sldId="304"/>
        </pc:sldMkLst>
        <pc:spChg chg="mod">
          <ac:chgData name="Milad LEYLI-ABADI" userId="5b9e46ff-14e3-4f5a-b33f-9b0627d4caad" providerId="ADAL" clId="{87759913-0E96-47C2-B38D-6B953158F4AE}" dt="2026-02-13T12:17:59.576" v="4594" actId="1076"/>
          <ac:spMkLst>
            <pc:docMk/>
            <pc:sldMk cId="3347572635" sldId="304"/>
            <ac:spMk id="2" creationId="{CE9A3784-0C94-AE7E-D3BE-F0476ACA8B9D}"/>
          </ac:spMkLst>
        </pc:spChg>
        <pc:spChg chg="add mod">
          <ac:chgData name="Milad LEYLI-ABADI" userId="5b9e46ff-14e3-4f5a-b33f-9b0627d4caad" providerId="ADAL" clId="{87759913-0E96-47C2-B38D-6B953158F4AE}" dt="2026-02-13T12:32:03.058" v="4798" actId="1076"/>
          <ac:spMkLst>
            <pc:docMk/>
            <pc:sldMk cId="3347572635" sldId="304"/>
            <ac:spMk id="10" creationId="{64F18188-F46D-F433-8A78-DA1AAC912F68}"/>
          </ac:spMkLst>
        </pc:spChg>
        <pc:spChg chg="add mod">
          <ac:chgData name="Milad LEYLI-ABADI" userId="5b9e46ff-14e3-4f5a-b33f-9b0627d4caad" providerId="ADAL" clId="{87759913-0E96-47C2-B38D-6B953158F4AE}" dt="2026-02-13T12:32:03.058" v="4798" actId="1076"/>
          <ac:spMkLst>
            <pc:docMk/>
            <pc:sldMk cId="3347572635" sldId="304"/>
            <ac:spMk id="11" creationId="{FAB97E83-1A35-476A-E003-04EB1386C9AD}"/>
          </ac:spMkLst>
        </pc:spChg>
        <pc:spChg chg="add mod">
          <ac:chgData name="Milad LEYLI-ABADI" userId="5b9e46ff-14e3-4f5a-b33f-9b0627d4caad" providerId="ADAL" clId="{87759913-0E96-47C2-B38D-6B953158F4AE}" dt="2026-02-13T12:32:03.058" v="4798" actId="1076"/>
          <ac:spMkLst>
            <pc:docMk/>
            <pc:sldMk cId="3347572635" sldId="304"/>
            <ac:spMk id="12" creationId="{379FD23A-5907-CB60-FFB4-C8218F141794}"/>
          </ac:spMkLst>
        </pc:spChg>
        <pc:spChg chg="add del mod">
          <ac:chgData name="Milad LEYLI-ABADI" userId="5b9e46ff-14e3-4f5a-b33f-9b0627d4caad" providerId="ADAL" clId="{87759913-0E96-47C2-B38D-6B953158F4AE}" dt="2026-02-13T12:19:40.143" v="4691" actId="478"/>
          <ac:spMkLst>
            <pc:docMk/>
            <pc:sldMk cId="3347572635" sldId="304"/>
            <ac:spMk id="19" creationId="{FC6CF4FD-AA3A-CE71-BC20-5D66382334B7}"/>
          </ac:spMkLst>
        </pc:spChg>
        <pc:spChg chg="add mod">
          <ac:chgData name="Milad LEYLI-ABADI" userId="5b9e46ff-14e3-4f5a-b33f-9b0627d4caad" providerId="ADAL" clId="{87759913-0E96-47C2-B38D-6B953158F4AE}" dt="2026-02-13T12:32:03.058" v="4798" actId="1076"/>
          <ac:spMkLst>
            <pc:docMk/>
            <pc:sldMk cId="3347572635" sldId="304"/>
            <ac:spMk id="28" creationId="{08CAEBE9-FC8A-7612-0382-3A73494EB515}"/>
          </ac:spMkLst>
        </pc:spChg>
        <pc:spChg chg="add mod">
          <ac:chgData name="Milad LEYLI-ABADI" userId="5b9e46ff-14e3-4f5a-b33f-9b0627d4caad" providerId="ADAL" clId="{87759913-0E96-47C2-B38D-6B953158F4AE}" dt="2026-02-13T12:36:05.583" v="5126" actId="20577"/>
          <ac:spMkLst>
            <pc:docMk/>
            <pc:sldMk cId="3347572635" sldId="304"/>
            <ac:spMk id="29" creationId="{1AE203C3-95F4-8E22-8E70-8762E8C87304}"/>
          </ac:spMkLst>
        </pc:spChg>
        <pc:spChg chg="add mod">
          <ac:chgData name="Milad LEYLI-ABADI" userId="5b9e46ff-14e3-4f5a-b33f-9b0627d4caad" providerId="ADAL" clId="{87759913-0E96-47C2-B38D-6B953158F4AE}" dt="2026-02-13T12:32:03.058" v="4798" actId="1076"/>
          <ac:spMkLst>
            <pc:docMk/>
            <pc:sldMk cId="3347572635" sldId="304"/>
            <ac:spMk id="35" creationId="{0BE1DA54-D052-56B5-A6D9-8DAD6EAD174E}"/>
          </ac:spMkLst>
        </pc:spChg>
        <pc:spChg chg="add del mod">
          <ac:chgData name="Milad LEYLI-ABADI" userId="5b9e46ff-14e3-4f5a-b33f-9b0627d4caad" providerId="ADAL" clId="{87759913-0E96-47C2-B38D-6B953158F4AE}" dt="2026-02-13T12:35:02.782" v="5100" actId="478"/>
          <ac:spMkLst>
            <pc:docMk/>
            <pc:sldMk cId="3347572635" sldId="304"/>
            <ac:spMk id="40" creationId="{2DD0535C-3AF9-1E2D-86B6-563499FFD04F}"/>
          </ac:spMkLst>
        </pc:spChg>
        <pc:spChg chg="add mod">
          <ac:chgData name="Milad LEYLI-ABADI" userId="5b9e46ff-14e3-4f5a-b33f-9b0627d4caad" providerId="ADAL" clId="{87759913-0E96-47C2-B38D-6B953158F4AE}" dt="2026-02-13T12:32:03.058" v="4798" actId="1076"/>
          <ac:spMkLst>
            <pc:docMk/>
            <pc:sldMk cId="3347572635" sldId="304"/>
            <ac:spMk id="41" creationId="{A460C740-72FD-6AB4-8FD0-1BCA5F2A7666}"/>
          </ac:spMkLst>
        </pc:spChg>
        <pc:spChg chg="add del mod">
          <ac:chgData name="Milad LEYLI-ABADI" userId="5b9e46ff-14e3-4f5a-b33f-9b0627d4caad" providerId="ADAL" clId="{87759913-0E96-47C2-B38D-6B953158F4AE}" dt="2026-02-13T12:21:35.744" v="4759" actId="478"/>
          <ac:spMkLst>
            <pc:docMk/>
            <pc:sldMk cId="3347572635" sldId="304"/>
            <ac:spMk id="46" creationId="{03BBC285-B31D-4855-913A-3C3234BBB247}"/>
          </ac:spMkLst>
        </pc:spChg>
        <pc:spChg chg="add mod">
          <ac:chgData name="Milad LEYLI-ABADI" userId="5b9e46ff-14e3-4f5a-b33f-9b0627d4caad" providerId="ADAL" clId="{87759913-0E96-47C2-B38D-6B953158F4AE}" dt="2026-02-13T12:18:24.001" v="4642" actId="1076"/>
          <ac:spMkLst>
            <pc:docMk/>
            <pc:sldMk cId="3347572635" sldId="304"/>
            <ac:spMk id="47" creationId="{D9766927-3A07-FCCF-14FA-2BB3B90B578D}"/>
          </ac:spMkLst>
        </pc:spChg>
        <pc:spChg chg="add mod">
          <ac:chgData name="Milad LEYLI-ABADI" userId="5b9e46ff-14e3-4f5a-b33f-9b0627d4caad" providerId="ADAL" clId="{87759913-0E96-47C2-B38D-6B953158F4AE}" dt="2026-02-13T12:32:50.716" v="4822" actId="14100"/>
          <ac:spMkLst>
            <pc:docMk/>
            <pc:sldMk cId="3347572635" sldId="304"/>
            <ac:spMk id="52" creationId="{EF31761F-27FB-2F43-1F95-63961694FCCF}"/>
          </ac:spMkLst>
        </pc:spChg>
        <pc:spChg chg="add mod">
          <ac:chgData name="Milad LEYLI-ABADI" userId="5b9e46ff-14e3-4f5a-b33f-9b0627d4caad" providerId="ADAL" clId="{87759913-0E96-47C2-B38D-6B953158F4AE}" dt="2026-02-13T12:32:03.058" v="4798" actId="1076"/>
          <ac:spMkLst>
            <pc:docMk/>
            <pc:sldMk cId="3347572635" sldId="304"/>
            <ac:spMk id="56" creationId="{BEBD48D1-F56C-84A1-B273-5B6B7C7DA0E6}"/>
          </ac:spMkLst>
        </pc:spChg>
        <pc:spChg chg="add mod">
          <ac:chgData name="Milad LEYLI-ABADI" userId="5b9e46ff-14e3-4f5a-b33f-9b0627d4caad" providerId="ADAL" clId="{87759913-0E96-47C2-B38D-6B953158F4AE}" dt="2026-02-13T12:33:13.024" v="4888" actId="1076"/>
          <ac:spMkLst>
            <pc:docMk/>
            <pc:sldMk cId="3347572635" sldId="304"/>
            <ac:spMk id="57" creationId="{8F0B760E-218B-B144-0B7A-3ED3B1DD757E}"/>
          </ac:spMkLst>
        </pc:spChg>
        <pc:spChg chg="add mod">
          <ac:chgData name="Milad LEYLI-ABADI" userId="5b9e46ff-14e3-4f5a-b33f-9b0627d4caad" providerId="ADAL" clId="{87759913-0E96-47C2-B38D-6B953158F4AE}" dt="2026-02-13T12:33:42.428" v="4955" actId="20577"/>
          <ac:spMkLst>
            <pc:docMk/>
            <pc:sldMk cId="3347572635" sldId="304"/>
            <ac:spMk id="59" creationId="{A6EFD51E-E508-606B-8EC1-EA8BA754E160}"/>
          </ac:spMkLst>
        </pc:spChg>
        <pc:spChg chg="add mod">
          <ac:chgData name="Milad LEYLI-ABADI" userId="5b9e46ff-14e3-4f5a-b33f-9b0627d4caad" providerId="ADAL" clId="{87759913-0E96-47C2-B38D-6B953158F4AE}" dt="2026-02-13T12:34:28.736" v="5045" actId="20577"/>
          <ac:spMkLst>
            <pc:docMk/>
            <pc:sldMk cId="3347572635" sldId="304"/>
            <ac:spMk id="66" creationId="{2D334BD0-DB3F-5395-0572-8B758A878E12}"/>
          </ac:spMkLst>
        </pc:spChg>
        <pc:spChg chg="add mod">
          <ac:chgData name="Milad LEYLI-ABADI" userId="5b9e46ff-14e3-4f5a-b33f-9b0627d4caad" providerId="ADAL" clId="{87759913-0E96-47C2-B38D-6B953158F4AE}" dt="2026-02-13T12:38:33.939" v="5315" actId="948"/>
          <ac:spMkLst>
            <pc:docMk/>
            <pc:sldMk cId="3347572635" sldId="304"/>
            <ac:spMk id="73" creationId="{0B637676-BBFC-3223-3E05-56C0FAAF09D5}"/>
          </ac:spMkLst>
        </pc:spChg>
        <pc:spChg chg="add mod">
          <ac:chgData name="Milad LEYLI-ABADI" userId="5b9e46ff-14e3-4f5a-b33f-9b0627d4caad" providerId="ADAL" clId="{87759913-0E96-47C2-B38D-6B953158F4AE}" dt="2026-02-13T12:36:38.275" v="5146" actId="20577"/>
          <ac:spMkLst>
            <pc:docMk/>
            <pc:sldMk cId="3347572635" sldId="304"/>
            <ac:spMk id="79" creationId="{F5BFBA1E-DBFC-BAE3-1FF7-F2996CB6AA82}"/>
          </ac:spMkLst>
        </pc:spChg>
        <pc:spChg chg="add mod">
          <ac:chgData name="Milad LEYLI-ABADI" userId="5b9e46ff-14e3-4f5a-b33f-9b0627d4caad" providerId="ADAL" clId="{87759913-0E96-47C2-B38D-6B953158F4AE}" dt="2026-02-13T12:40:11.436" v="5415" actId="404"/>
          <ac:spMkLst>
            <pc:docMk/>
            <pc:sldMk cId="3347572635" sldId="304"/>
            <ac:spMk id="80" creationId="{72A3E557-5AA7-C7E6-2BB5-550C66BEA271}"/>
          </ac:spMkLst>
        </pc:spChg>
        <pc:spChg chg="add mod">
          <ac:chgData name="Milad LEYLI-ABADI" userId="5b9e46ff-14e3-4f5a-b33f-9b0627d4caad" providerId="ADAL" clId="{87759913-0E96-47C2-B38D-6B953158F4AE}" dt="2026-02-13T12:38:55.549" v="5349" actId="1076"/>
          <ac:spMkLst>
            <pc:docMk/>
            <pc:sldMk cId="3347572635" sldId="304"/>
            <ac:spMk id="85" creationId="{9C61CB77-2B42-D505-D98B-ECF516BBF4CB}"/>
          </ac:spMkLst>
        </pc:spChg>
        <pc:spChg chg="add mod">
          <ac:chgData name="Milad LEYLI-ABADI" userId="5b9e46ff-14e3-4f5a-b33f-9b0627d4caad" providerId="ADAL" clId="{87759913-0E96-47C2-B38D-6B953158F4AE}" dt="2026-02-13T12:38:51.830" v="5348" actId="1076"/>
          <ac:spMkLst>
            <pc:docMk/>
            <pc:sldMk cId="3347572635" sldId="304"/>
            <ac:spMk id="87" creationId="{C346C070-2882-81E2-7F1C-0BE9B856B284}"/>
          </ac:spMkLst>
        </pc:spChg>
        <pc:spChg chg="add mod">
          <ac:chgData name="Milad LEYLI-ABADI" userId="5b9e46ff-14e3-4f5a-b33f-9b0627d4caad" providerId="ADAL" clId="{87759913-0E96-47C2-B38D-6B953158F4AE}" dt="2026-02-13T12:39:26.605" v="5408" actId="1076"/>
          <ac:spMkLst>
            <pc:docMk/>
            <pc:sldMk cId="3347572635" sldId="304"/>
            <ac:spMk id="88" creationId="{7C790421-B42B-065F-AFF7-7A3E814665C3}"/>
          </ac:spMkLst>
        </pc:spChg>
        <pc:spChg chg="add mod ord">
          <ac:chgData name="Milad LEYLI-ABADI" userId="5b9e46ff-14e3-4f5a-b33f-9b0627d4caad" providerId="ADAL" clId="{87759913-0E96-47C2-B38D-6B953158F4AE}" dt="2026-02-13T12:39:44.480" v="5412" actId="167"/>
          <ac:spMkLst>
            <pc:docMk/>
            <pc:sldMk cId="3347572635" sldId="304"/>
            <ac:spMk id="91" creationId="{02963A4B-9E1E-9344-7260-B5706C553DD6}"/>
          </ac:spMkLst>
        </pc:spChg>
        <pc:grpChg chg="del">
          <ac:chgData name="Milad LEYLI-ABADI" userId="5b9e46ff-14e3-4f5a-b33f-9b0627d4caad" providerId="ADAL" clId="{87759913-0E96-47C2-B38D-6B953158F4AE}" dt="2026-02-13T12:19:41.917" v="4692" actId="478"/>
          <ac:grpSpMkLst>
            <pc:docMk/>
            <pc:sldMk cId="3347572635" sldId="304"/>
            <ac:grpSpMk id="16" creationId="{F385410F-C071-237A-0E12-FF125E03417A}"/>
          </ac:grpSpMkLst>
        </pc:grpChg>
        <pc:grpChg chg="del">
          <ac:chgData name="Milad LEYLI-ABADI" userId="5b9e46ff-14e3-4f5a-b33f-9b0627d4caad" providerId="ADAL" clId="{87759913-0E96-47C2-B38D-6B953158F4AE}" dt="2026-02-13T12:35:00.859" v="5099" actId="478"/>
          <ac:grpSpMkLst>
            <pc:docMk/>
            <pc:sldMk cId="3347572635" sldId="304"/>
            <ac:grpSpMk id="37" creationId="{1AC92398-DF34-6E0D-A401-05867D09BA95}"/>
          </ac:grpSpMkLst>
        </pc:grpChg>
        <pc:grpChg chg="del">
          <ac:chgData name="Milad LEYLI-ABADI" userId="5b9e46ff-14e3-4f5a-b33f-9b0627d4caad" providerId="ADAL" clId="{87759913-0E96-47C2-B38D-6B953158F4AE}" dt="2026-02-13T12:21:34.149" v="4758" actId="478"/>
          <ac:grpSpMkLst>
            <pc:docMk/>
            <pc:sldMk cId="3347572635" sldId="304"/>
            <ac:grpSpMk id="43" creationId="{EBE70A7D-17A8-4D10-0EA3-87C42C694BF6}"/>
          </ac:grpSpMkLst>
        </pc:grpChg>
        <pc:grpChg chg="add mod">
          <ac:chgData name="Milad LEYLI-ABADI" userId="5b9e46ff-14e3-4f5a-b33f-9b0627d4caad" providerId="ADAL" clId="{87759913-0E96-47C2-B38D-6B953158F4AE}" dt="2026-02-13T12:20:01.860" v="4693" actId="571"/>
          <ac:grpSpMkLst>
            <pc:docMk/>
            <pc:sldMk cId="3347572635" sldId="304"/>
            <ac:grpSpMk id="48" creationId="{9F4CB671-6C48-8BDC-825A-2DEB4ABA37AB}"/>
          </ac:grpSpMkLst>
        </pc:grpChg>
        <pc:grpChg chg="add mod">
          <ac:chgData name="Milad LEYLI-ABADI" userId="5b9e46ff-14e3-4f5a-b33f-9b0627d4caad" providerId="ADAL" clId="{87759913-0E96-47C2-B38D-6B953158F4AE}" dt="2026-02-13T12:36:11.349" v="5127" actId="571"/>
          <ac:grpSpMkLst>
            <pc:docMk/>
            <pc:sldMk cId="3347572635" sldId="304"/>
            <ac:grpSpMk id="75" creationId="{0B386A9F-1AB3-F62E-C206-36AA381CC514}"/>
          </ac:grpSpMkLst>
        </pc:grpChg>
        <pc:picChg chg="del">
          <ac:chgData name="Milad LEYLI-ABADI" userId="5b9e46ff-14e3-4f5a-b33f-9b0627d4caad" providerId="ADAL" clId="{87759913-0E96-47C2-B38D-6B953158F4AE}" dt="2026-02-13T12:22:32.341" v="4797" actId="478"/>
          <ac:picMkLst>
            <pc:docMk/>
            <pc:sldMk cId="3347572635" sldId="304"/>
            <ac:picMk id="27" creationId="{40C0D736-CB9E-3CB2-EC3C-6B2DDB14607A}"/>
          </ac:picMkLst>
        </pc:picChg>
        <pc:picChg chg="del">
          <ac:chgData name="Milad LEYLI-ABADI" userId="5b9e46ff-14e3-4f5a-b33f-9b0627d4caad" providerId="ADAL" clId="{87759913-0E96-47C2-B38D-6B953158F4AE}" dt="2026-02-13T12:21:20.654" v="4754" actId="478"/>
          <ac:picMkLst>
            <pc:docMk/>
            <pc:sldMk cId="3347572635" sldId="304"/>
            <ac:picMk id="30" creationId="{9F21BD3D-1CA4-31D9-2159-3E8043A27EE4}"/>
          </ac:picMkLst>
        </pc:picChg>
        <pc:picChg chg="add mod">
          <ac:chgData name="Milad LEYLI-ABADI" userId="5b9e46ff-14e3-4f5a-b33f-9b0627d4caad" providerId="ADAL" clId="{87759913-0E96-47C2-B38D-6B953158F4AE}" dt="2026-02-13T12:20:04.816" v="4694" actId="571"/>
          <ac:picMkLst>
            <pc:docMk/>
            <pc:sldMk cId="3347572635" sldId="304"/>
            <ac:picMk id="51" creationId="{2C895157-175C-612C-40BB-A774F4D1A41A}"/>
          </ac:picMkLst>
        </pc:picChg>
        <pc:picChg chg="add mod">
          <ac:chgData name="Milad LEYLI-ABADI" userId="5b9e46ff-14e3-4f5a-b33f-9b0627d4caad" providerId="ADAL" clId="{87759913-0E96-47C2-B38D-6B953158F4AE}" dt="2026-02-13T12:21:45.308" v="4762" actId="1076"/>
          <ac:picMkLst>
            <pc:docMk/>
            <pc:sldMk cId="3347572635" sldId="304"/>
            <ac:picMk id="54" creationId="{93FE7526-170E-30D6-2D4A-0C4A497FCC6E}"/>
          </ac:picMkLst>
        </pc:picChg>
        <pc:picChg chg="add mod">
          <ac:chgData name="Milad LEYLI-ABADI" userId="5b9e46ff-14e3-4f5a-b33f-9b0627d4caad" providerId="ADAL" clId="{87759913-0E96-47C2-B38D-6B953158F4AE}" dt="2026-02-13T12:21:47.698" v="4763" actId="571"/>
          <ac:picMkLst>
            <pc:docMk/>
            <pc:sldMk cId="3347572635" sldId="304"/>
            <ac:picMk id="55" creationId="{8BF7DD5D-07E6-7360-9145-A1165704B101}"/>
          </ac:picMkLst>
        </pc:picChg>
        <pc:picChg chg="add mod">
          <ac:chgData name="Milad LEYLI-ABADI" userId="5b9e46ff-14e3-4f5a-b33f-9b0627d4caad" providerId="ADAL" clId="{87759913-0E96-47C2-B38D-6B953158F4AE}" dt="2026-02-13T12:36:23.653" v="5130" actId="1035"/>
          <ac:picMkLst>
            <pc:docMk/>
            <pc:sldMk cId="3347572635" sldId="304"/>
            <ac:picMk id="74" creationId="{22149969-8E52-C635-33A9-83EA7F1CA211}"/>
          </ac:picMkLst>
        </pc:picChg>
        <pc:picChg chg="add mod">
          <ac:chgData name="Milad LEYLI-ABADI" userId="5b9e46ff-14e3-4f5a-b33f-9b0627d4caad" providerId="ADAL" clId="{87759913-0E96-47C2-B38D-6B953158F4AE}" dt="2026-02-13T12:36:14.152" v="5128" actId="571"/>
          <ac:picMkLst>
            <pc:docMk/>
            <pc:sldMk cId="3347572635" sldId="304"/>
            <ac:picMk id="78" creationId="{2F2A1F42-144B-42BF-04B4-F9575D2AF075}"/>
          </ac:picMkLst>
        </pc:picChg>
        <pc:cxnChg chg="del">
          <ac:chgData name="Milad LEYLI-ABADI" userId="5b9e46ff-14e3-4f5a-b33f-9b0627d4caad" providerId="ADAL" clId="{87759913-0E96-47C2-B38D-6B953158F4AE}" dt="2026-02-13T12:20:24.943" v="4718" actId="478"/>
          <ac:cxnSpMkLst>
            <pc:docMk/>
            <pc:sldMk cId="3347572635" sldId="304"/>
            <ac:cxnSpMk id="8" creationId="{C240ACE7-FAA7-EEC0-A543-195DB016E409}"/>
          </ac:cxnSpMkLst>
        </pc:cxnChg>
        <pc:cxnChg chg="del">
          <ac:chgData name="Milad LEYLI-ABADI" userId="5b9e46ff-14e3-4f5a-b33f-9b0627d4caad" providerId="ADAL" clId="{87759913-0E96-47C2-B38D-6B953158F4AE}" dt="2026-02-13T12:35:05.151" v="5101" actId="478"/>
          <ac:cxnSpMkLst>
            <pc:docMk/>
            <pc:sldMk cId="3347572635" sldId="304"/>
            <ac:cxnSpMk id="36" creationId="{FA421C7B-1BD7-E591-87DD-C313CE34B30A}"/>
          </ac:cxnSpMkLst>
        </pc:cxnChg>
        <pc:cxnChg chg="del">
          <ac:chgData name="Milad LEYLI-ABADI" userId="5b9e46ff-14e3-4f5a-b33f-9b0627d4caad" providerId="ADAL" clId="{87759913-0E96-47C2-B38D-6B953158F4AE}" dt="2026-02-13T12:21:42.056" v="4760" actId="478"/>
          <ac:cxnSpMkLst>
            <pc:docMk/>
            <pc:sldMk cId="3347572635" sldId="304"/>
            <ac:cxnSpMk id="42" creationId="{0DA1A8AD-B55A-01BD-0AB0-E000799BCD11}"/>
          </ac:cxnSpMkLst>
        </pc:cxnChg>
        <pc:cxnChg chg="mod">
          <ac:chgData name="Milad LEYLI-ABADI" userId="5b9e46ff-14e3-4f5a-b33f-9b0627d4caad" providerId="ADAL" clId="{87759913-0E96-47C2-B38D-6B953158F4AE}" dt="2026-02-13T12:20:01.860" v="4693" actId="571"/>
          <ac:cxnSpMkLst>
            <pc:docMk/>
            <pc:sldMk cId="3347572635" sldId="304"/>
            <ac:cxnSpMk id="49" creationId="{6091841D-F247-84B4-84F4-C294E3964F6A}"/>
          </ac:cxnSpMkLst>
        </pc:cxnChg>
        <pc:cxnChg chg="mod">
          <ac:chgData name="Milad LEYLI-ABADI" userId="5b9e46ff-14e3-4f5a-b33f-9b0627d4caad" providerId="ADAL" clId="{87759913-0E96-47C2-B38D-6B953158F4AE}" dt="2026-02-13T12:20:01.860" v="4693" actId="571"/>
          <ac:cxnSpMkLst>
            <pc:docMk/>
            <pc:sldMk cId="3347572635" sldId="304"/>
            <ac:cxnSpMk id="50" creationId="{5DC8F369-1B77-4D5D-01DA-BA0637BF83F6}"/>
          </ac:cxnSpMkLst>
        </pc:cxnChg>
        <pc:cxnChg chg="add mod">
          <ac:chgData name="Milad LEYLI-ABADI" userId="5b9e46ff-14e3-4f5a-b33f-9b0627d4caad" providerId="ADAL" clId="{87759913-0E96-47C2-B38D-6B953158F4AE}" dt="2026-02-13T12:33:42.428" v="4955" actId="20577"/>
          <ac:cxnSpMkLst>
            <pc:docMk/>
            <pc:sldMk cId="3347572635" sldId="304"/>
            <ac:cxnSpMk id="58" creationId="{43F39766-9079-A644-21EC-BBB9D23C227C}"/>
          </ac:cxnSpMkLst>
        </pc:cxnChg>
        <pc:cxnChg chg="add mod">
          <ac:chgData name="Milad LEYLI-ABADI" userId="5b9e46ff-14e3-4f5a-b33f-9b0627d4caad" providerId="ADAL" clId="{87759913-0E96-47C2-B38D-6B953158F4AE}" dt="2026-02-13T12:33:27.514" v="4890" actId="14100"/>
          <ac:cxnSpMkLst>
            <pc:docMk/>
            <pc:sldMk cId="3347572635" sldId="304"/>
            <ac:cxnSpMk id="63" creationId="{3F42E93B-4E8F-72BC-9C95-8DCDBA801C59}"/>
          </ac:cxnSpMkLst>
        </pc:cxnChg>
        <pc:cxnChg chg="add mod">
          <ac:chgData name="Milad LEYLI-ABADI" userId="5b9e46ff-14e3-4f5a-b33f-9b0627d4caad" providerId="ADAL" clId="{87759913-0E96-47C2-B38D-6B953158F4AE}" dt="2026-02-13T12:34:28.736" v="5045" actId="20577"/>
          <ac:cxnSpMkLst>
            <pc:docMk/>
            <pc:sldMk cId="3347572635" sldId="304"/>
            <ac:cxnSpMk id="67" creationId="{732DDBA5-2A84-352E-1421-4A921D57A015}"/>
          </ac:cxnSpMkLst>
        </pc:cxnChg>
        <pc:cxnChg chg="add mod">
          <ac:chgData name="Milad LEYLI-ABADI" userId="5b9e46ff-14e3-4f5a-b33f-9b0627d4caad" providerId="ADAL" clId="{87759913-0E96-47C2-B38D-6B953158F4AE}" dt="2026-02-13T12:34:34.210" v="5046" actId="571"/>
          <ac:cxnSpMkLst>
            <pc:docMk/>
            <pc:sldMk cId="3347572635" sldId="304"/>
            <ac:cxnSpMk id="71" creationId="{D95E9B3A-0A23-C40D-0187-76831BEA38A6}"/>
          </ac:cxnSpMkLst>
        </pc:cxnChg>
        <pc:cxnChg chg="mod">
          <ac:chgData name="Milad LEYLI-ABADI" userId="5b9e46ff-14e3-4f5a-b33f-9b0627d4caad" providerId="ADAL" clId="{87759913-0E96-47C2-B38D-6B953158F4AE}" dt="2026-02-13T12:36:11.349" v="5127" actId="571"/>
          <ac:cxnSpMkLst>
            <pc:docMk/>
            <pc:sldMk cId="3347572635" sldId="304"/>
            <ac:cxnSpMk id="76" creationId="{CDE2316B-089D-1160-A28D-BA096E0E17B2}"/>
          </ac:cxnSpMkLst>
        </pc:cxnChg>
        <pc:cxnChg chg="mod">
          <ac:chgData name="Milad LEYLI-ABADI" userId="5b9e46ff-14e3-4f5a-b33f-9b0627d4caad" providerId="ADAL" clId="{87759913-0E96-47C2-B38D-6B953158F4AE}" dt="2026-02-13T12:36:11.349" v="5127" actId="571"/>
          <ac:cxnSpMkLst>
            <pc:docMk/>
            <pc:sldMk cId="3347572635" sldId="304"/>
            <ac:cxnSpMk id="77" creationId="{C1A281C3-0F0E-E654-9506-C80451AA7050}"/>
          </ac:cxnSpMkLst>
        </pc:cxnChg>
        <pc:cxnChg chg="add mod">
          <ac:chgData name="Milad LEYLI-ABADI" userId="5b9e46ff-14e3-4f5a-b33f-9b0627d4caad" providerId="ADAL" clId="{87759913-0E96-47C2-B38D-6B953158F4AE}" dt="2026-02-13T12:36:58.761" v="5150" actId="14100"/>
          <ac:cxnSpMkLst>
            <pc:docMk/>
            <pc:sldMk cId="3347572635" sldId="304"/>
            <ac:cxnSpMk id="81" creationId="{51ADDA31-DD78-4506-F8F4-EEAE332FCDC0}"/>
          </ac:cxnSpMkLst>
        </pc:cxnChg>
        <pc:cxnChg chg="add mod">
          <ac:chgData name="Milad LEYLI-ABADI" userId="5b9e46ff-14e3-4f5a-b33f-9b0627d4caad" providerId="ADAL" clId="{87759913-0E96-47C2-B38D-6B953158F4AE}" dt="2026-02-13T12:38:18.951" v="5310" actId="1076"/>
          <ac:cxnSpMkLst>
            <pc:docMk/>
            <pc:sldMk cId="3347572635" sldId="304"/>
            <ac:cxnSpMk id="83" creationId="{8F8D3C37-CD8A-D8A9-BA19-6EE80E850422}"/>
          </ac:cxnSpMkLst>
        </pc:cxnChg>
        <pc:cxnChg chg="add mod">
          <ac:chgData name="Milad LEYLI-ABADI" userId="5b9e46ff-14e3-4f5a-b33f-9b0627d4caad" providerId="ADAL" clId="{87759913-0E96-47C2-B38D-6B953158F4AE}" dt="2026-02-13T12:38:26.197" v="5313" actId="1076"/>
          <ac:cxnSpMkLst>
            <pc:docMk/>
            <pc:sldMk cId="3347572635" sldId="304"/>
            <ac:cxnSpMk id="86" creationId="{953F5A59-D4F1-2E42-9556-BACFFE9A8F73}"/>
          </ac:cxnSpMkLst>
        </pc:cxnChg>
        <pc:cxnChg chg="add mod">
          <ac:chgData name="Milad LEYLI-ABADI" userId="5b9e46ff-14e3-4f5a-b33f-9b0627d4caad" providerId="ADAL" clId="{87759913-0E96-47C2-B38D-6B953158F4AE}" dt="2026-02-13T12:39:22.433" v="5407" actId="14100"/>
          <ac:cxnSpMkLst>
            <pc:docMk/>
            <pc:sldMk cId="3347572635" sldId="304"/>
            <ac:cxnSpMk id="89" creationId="{09CE820E-D11B-1246-B222-15DFD5926A4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691CB5-4CA9-43C0-979A-A28A5AF4624E}" type="datetimeFigureOut">
              <a:rPr lang="fr-FR" smtClean="0"/>
              <a:t>13/02/2026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34ED9-675F-4AA2-AEF4-BB6A131107F6}" type="slidenum">
              <a:rPr lang="fr-FR" smtClean="0"/>
              <a:t>‹#›</a:t>
            </a:fld>
            <a:endParaRPr lang="fr-FR"/>
          </a:p>
        </p:txBody>
      </p:sp>
    </p:spTree>
    <p:extLst>
      <p:ext uri="{BB962C8B-B14F-4D97-AF65-F5344CB8AC3E}">
        <p14:creationId xmlns:p14="http://schemas.microsoft.com/office/powerpoint/2010/main" val="1528418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25103d6dfa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g325103d6dfa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25103d6dfa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15" name="Google Shape;515;g325103d6dfa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034ED9-675F-4AA2-AEF4-BB6A131107F6}" type="slidenum">
              <a:rPr lang="fr-FR" smtClean="0"/>
              <a:t>10</a:t>
            </a:fld>
            <a:endParaRPr lang="fr-FR"/>
          </a:p>
        </p:txBody>
      </p:sp>
    </p:spTree>
    <p:extLst>
      <p:ext uri="{BB962C8B-B14F-4D97-AF65-F5344CB8AC3E}">
        <p14:creationId xmlns:p14="http://schemas.microsoft.com/office/powerpoint/2010/main" val="144856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a:extLst>
            <a:ext uri="{FF2B5EF4-FFF2-40B4-BE49-F238E27FC236}">
              <a16:creationId xmlns:a16="http://schemas.microsoft.com/office/drawing/2014/main" id="{691C9496-D8AB-140C-7F35-F797E2B27D87}"/>
            </a:ext>
          </a:extLst>
        </p:cNvPr>
        <p:cNvGrpSpPr/>
        <p:nvPr/>
      </p:nvGrpSpPr>
      <p:grpSpPr>
        <a:xfrm>
          <a:off x="0" y="0"/>
          <a:ext cx="0" cy="0"/>
          <a:chOff x="0" y="0"/>
          <a:chExt cx="0" cy="0"/>
        </a:xfrm>
      </p:grpSpPr>
      <p:sp>
        <p:nvSpPr>
          <p:cNvPr id="663" name="Google Shape;663;g32691fa6c13_0_310:notes">
            <a:extLst>
              <a:ext uri="{FF2B5EF4-FFF2-40B4-BE49-F238E27FC236}">
                <a16:creationId xmlns:a16="http://schemas.microsoft.com/office/drawing/2014/main" id="{D225755A-9D3E-74E9-A57C-43C1311FF6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g32691fa6c13_0_310:notes">
            <a:extLst>
              <a:ext uri="{FF2B5EF4-FFF2-40B4-BE49-F238E27FC236}">
                <a16:creationId xmlns:a16="http://schemas.microsoft.com/office/drawing/2014/main" id="{CB6B523D-C1BF-A80A-2C8F-81955B1933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4661085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s://research-and-innovation.ec.europa.eu/funding/funding-opportunities/funding-programmes-and-open-calls/horizon-europe_en" TargetMode="External"/><Relationship Id="rId3" Type="http://schemas.openxmlformats.org/officeDocument/2006/relationships/image" Target="../media/image2.png"/><Relationship Id="rId7" Type="http://schemas.openxmlformats.org/officeDocument/2006/relationships/hyperlink" Target="http://www.enershare.eu/"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hyperlink" Target="http://www.enershare.eu/"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www.enershare.eu/" TargetMode="Externa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svg"/><Relationship Id="rId7"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hyperlink" Target="http://www.enershare.eu/" TargetMode="Externa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hyperlink" Target="http://www.enershare.eu/" TargetMode="External"/><Relationship Id="rId4" Type="http://schemas.openxmlformats.org/officeDocument/2006/relationships/image" Target="../media/image9.svg"/><Relationship Id="rId9"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hyperlink" Target="http://www.enershare.eu/" TargetMode="External"/><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hyperlink" Target="http://www.enershare.eu/" TargetMode="External"/><Relationship Id="rId5" Type="http://schemas.openxmlformats.org/officeDocument/2006/relationships/image" Target="../media/image13.png"/><Relationship Id="rId10" Type="http://schemas.openxmlformats.org/officeDocument/2006/relationships/image" Target="../media/image3.png"/><Relationship Id="rId4" Type="http://schemas.openxmlformats.org/officeDocument/2006/relationships/image" Target="../media/image5.svg"/><Relationship Id="rId9"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hyperlink" Target="http://www.enershare.eu/"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s://research-and-innovation.ec.europa.eu/funding/funding-opportunities/funding-programmes-and-open-calls/horizon-europe_en"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2936303"/>
            <a:ext cx="10142838" cy="945623"/>
          </a:xfrm>
        </p:spPr>
        <p:txBody>
          <a:bodyPr anchor="b"/>
          <a:lstStyle>
            <a:lvl1pPr algn="l">
              <a:defRPr sz="6000" b="1">
                <a:solidFill>
                  <a:schemeClr val="bg1"/>
                </a:solidFill>
              </a:defRPr>
            </a:lvl1pPr>
          </a:lstStyle>
          <a:p>
            <a:r>
              <a:rPr lang="en-US"/>
              <a:t>Click to edit Master title style</a:t>
            </a:r>
            <a:endParaRPr lang="pt-PT"/>
          </a:p>
        </p:txBody>
      </p:sp>
      <p:sp>
        <p:nvSpPr>
          <p:cNvPr id="3" name="Subtitle 2">
            <a:extLst>
              <a:ext uri="{FF2B5EF4-FFF2-40B4-BE49-F238E27FC236}">
                <a16:creationId xmlns:a16="http://schemas.microsoft.com/office/drawing/2014/main" id="{EF182636-2338-4AA6-ACFF-2E503F9A578A}"/>
              </a:ext>
            </a:extLst>
          </p:cNvPr>
          <p:cNvSpPr>
            <a:spLocks noGrp="1"/>
          </p:cNvSpPr>
          <p:nvPr>
            <p:ph type="subTitle" idx="1"/>
          </p:nvPr>
        </p:nvSpPr>
        <p:spPr>
          <a:xfrm>
            <a:off x="838200" y="4402427"/>
            <a:ext cx="9144000" cy="450978"/>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PT"/>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1" name="Straight Connector 60">
            <a:extLst>
              <a:ext uri="{FF2B5EF4-FFF2-40B4-BE49-F238E27FC236}">
                <a16:creationId xmlns:a16="http://schemas.microsoft.com/office/drawing/2014/main" id="{A511EF90-9BE1-434A-8093-AB75CCDC3BAE}"/>
              </a:ext>
            </a:extLst>
          </p:cNvPr>
          <p:cNvCxnSpPr/>
          <p:nvPr userDrawn="1"/>
        </p:nvCxnSpPr>
        <p:spPr>
          <a:xfrm>
            <a:off x="838200" y="4971045"/>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6" name="Picture 65">
            <a:extLst>
              <a:ext uri="{FF2B5EF4-FFF2-40B4-BE49-F238E27FC236}">
                <a16:creationId xmlns:a16="http://schemas.microsoft.com/office/drawing/2014/main" id="{1144312D-5935-44A5-BA1D-D2ECFA4CEC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1735025"/>
            <a:ext cx="1962328" cy="786844"/>
          </a:xfrm>
          <a:prstGeom prst="rect">
            <a:avLst/>
          </a:prstGeom>
        </p:spPr>
      </p:pic>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96" name="Freeform 2">
            <a:extLst>
              <a:ext uri="{FF2B5EF4-FFF2-40B4-BE49-F238E27FC236}">
                <a16:creationId xmlns:a16="http://schemas.microsoft.com/office/drawing/2014/main" id="{CF140A45-D50B-40F8-A27F-118737AEB98B}"/>
              </a:ext>
            </a:extLst>
          </p:cNvPr>
          <p:cNvSpPr/>
          <p:nvPr userDrawn="1"/>
        </p:nvSpPr>
        <p:spPr>
          <a:xfrm>
            <a:off x="838200" y="411265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0" name="Footer Placeholder 4">
            <a:extLst>
              <a:ext uri="{FF2B5EF4-FFF2-40B4-BE49-F238E27FC236}">
                <a16:creationId xmlns:a16="http://schemas.microsoft.com/office/drawing/2014/main" id="{BD5BE7BD-DABC-4139-9A4F-7AA25B1F67FB}"/>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bg1"/>
                </a:solidFill>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b="1">
              <a:solidFill>
                <a:schemeClr val="bg1"/>
              </a:solidFill>
              <a:latin typeface="Manrope SemiBold"/>
              <a:ea typeface="Manrope SemiBold"/>
              <a:cs typeface="Manrope SemiBold"/>
              <a:sym typeface="Manrope SemiBold"/>
            </a:endParaRPr>
          </a:p>
        </p:txBody>
      </p:sp>
      <p:sp>
        <p:nvSpPr>
          <p:cNvPr id="33" name="Google Shape;25;p3">
            <a:extLst>
              <a:ext uri="{FF2B5EF4-FFF2-40B4-BE49-F238E27FC236}">
                <a16:creationId xmlns:a16="http://schemas.microsoft.com/office/drawing/2014/main" id="{124FB885-A609-42C1-9223-F904E1240587}"/>
              </a:ext>
            </a:extLst>
          </p:cNvPr>
          <p:cNvSpPr txBox="1"/>
          <p:nvPr userDrawn="1"/>
        </p:nvSpPr>
        <p:spPr>
          <a:xfrm>
            <a:off x="733211" y="6370532"/>
            <a:ext cx="2945442" cy="369332"/>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None/>
            </a:pPr>
            <a:r>
              <a:rPr lang="en-GB" sz="800">
                <a:solidFill>
                  <a:schemeClr val="bg1"/>
                </a:solidFill>
                <a:latin typeface="Manrope Medium"/>
                <a:ea typeface="Manrope Medium"/>
                <a:cs typeface="Manrope Medium"/>
                <a:sym typeface="Manrope Medium"/>
              </a:rPr>
              <a:t>AI4REALNET has received funding from </a:t>
            </a:r>
            <a:r>
              <a:rPr lang="en-GB" sz="800" u="sng">
                <a:solidFill>
                  <a:schemeClr val="bg1"/>
                </a:solidFill>
                <a:latin typeface="Manrope Medium"/>
                <a:ea typeface="Manrope Medium"/>
                <a:cs typeface="Manrope Medium"/>
                <a:sym typeface="Manrope Medium"/>
                <a:hlinkClick r:id="rId8">
                  <a:extLst>
                    <a:ext uri="{A12FA001-AC4F-418D-AE19-62706E023703}">
                      <ahyp:hlinkClr xmlns:ahyp="http://schemas.microsoft.com/office/drawing/2018/hyperlinkcolor" val="tx"/>
                    </a:ext>
                  </a:extLst>
                </a:hlinkClick>
              </a:rPr>
              <a:t>European Union’s Horizon Europe</a:t>
            </a:r>
            <a:r>
              <a:rPr lang="en-GB" sz="800" u="sng">
                <a:solidFill>
                  <a:schemeClr val="bg1"/>
                </a:solidFill>
                <a:latin typeface="Manrope Medium"/>
                <a:ea typeface="Manrope Medium"/>
                <a:cs typeface="Manrope Medium"/>
                <a:sym typeface="Manrope Medium"/>
              </a:rPr>
              <a:t> </a:t>
            </a:r>
            <a:r>
              <a:rPr lang="en-GB" sz="800" u="sng">
                <a:solidFill>
                  <a:schemeClr val="bg1"/>
                </a:solidFill>
                <a:latin typeface="Manrope Medium"/>
                <a:ea typeface="Manrope Medium"/>
                <a:cs typeface="Manrope Medium"/>
                <a:sym typeface="Manrope Medium"/>
                <a:hlinkClick r:id="rId8">
                  <a:extLst>
                    <a:ext uri="{A12FA001-AC4F-418D-AE19-62706E023703}">
                      <ahyp:hlinkClr xmlns:ahyp="http://schemas.microsoft.com/office/drawing/2018/hyperlinkcolor" val="tx"/>
                    </a:ext>
                  </a:extLst>
                </a:hlinkClick>
              </a:rPr>
              <a:t>Research and Innovation programme</a:t>
            </a:r>
            <a:r>
              <a:rPr lang="en-GB" sz="800">
                <a:solidFill>
                  <a:schemeClr val="bg1"/>
                </a:solidFill>
                <a:latin typeface="Manrope Medium"/>
                <a:ea typeface="Manrope Medium"/>
                <a:cs typeface="Manrope Medium"/>
                <a:sym typeface="Manrope Medium"/>
              </a:rPr>
              <a:t> under the Grant Agreement No 101119527</a:t>
            </a:r>
          </a:p>
        </p:txBody>
      </p:sp>
      <p:pic>
        <p:nvPicPr>
          <p:cNvPr id="34" name="Google Shape;68;p3">
            <a:extLst>
              <a:ext uri="{FF2B5EF4-FFF2-40B4-BE49-F238E27FC236}">
                <a16:creationId xmlns:a16="http://schemas.microsoft.com/office/drawing/2014/main" id="{1AC6E2A1-58DA-4A4B-B5B7-3F4090BC21B0}"/>
              </a:ext>
            </a:extLst>
          </p:cNvPr>
          <p:cNvPicPr preferRelativeResize="0"/>
          <p:nvPr userDrawn="1"/>
        </p:nvPicPr>
        <p:blipFill>
          <a:blip r:embed="rId9">
            <a:alphaModFix/>
          </a:blip>
          <a:stretch>
            <a:fillRect/>
          </a:stretch>
        </p:blipFill>
        <p:spPr>
          <a:xfrm>
            <a:off x="227653" y="6427028"/>
            <a:ext cx="380152" cy="256849"/>
          </a:xfrm>
          <a:prstGeom prst="rect">
            <a:avLst/>
          </a:prstGeom>
          <a:noFill/>
          <a:ln>
            <a:noFill/>
          </a:ln>
        </p:spPr>
      </p:pic>
      <p:sp>
        <p:nvSpPr>
          <p:cNvPr id="5" name="Text Placeholder 4">
            <a:extLst>
              <a:ext uri="{FF2B5EF4-FFF2-40B4-BE49-F238E27FC236}">
                <a16:creationId xmlns:a16="http://schemas.microsoft.com/office/drawing/2014/main" id="{696E0A02-9105-4106-A340-D6933FD4BFC3}"/>
              </a:ext>
            </a:extLst>
          </p:cNvPr>
          <p:cNvSpPr>
            <a:spLocks noGrp="1"/>
          </p:cNvSpPr>
          <p:nvPr>
            <p:ph type="body" sz="quarter" idx="13" hasCustomPrompt="1"/>
          </p:nvPr>
        </p:nvSpPr>
        <p:spPr>
          <a:xfrm>
            <a:off x="838200" y="5105400"/>
            <a:ext cx="6127750" cy="520700"/>
          </a:xfrm>
        </p:spPr>
        <p:txBody>
          <a:bodyPr>
            <a:normAutofit/>
          </a:bodyPr>
          <a:lstStyle>
            <a:lvl1pPr marL="0" indent="0">
              <a:buNone/>
              <a:defRPr sz="18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Date, Location, Speaker</a:t>
            </a:r>
          </a:p>
        </p:txBody>
      </p:sp>
      <p:pic>
        <p:nvPicPr>
          <p:cNvPr id="32" name="Picture 31">
            <a:extLst>
              <a:ext uri="{FF2B5EF4-FFF2-40B4-BE49-F238E27FC236}">
                <a16:creationId xmlns:a16="http://schemas.microsoft.com/office/drawing/2014/main" id="{E49163E2-A1F9-41A2-BA25-26A6913802FF}"/>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5727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3160645"/>
            <a:ext cx="7772400" cy="721281"/>
          </a:xfrm>
        </p:spPr>
        <p:txBody>
          <a:bodyPr anchor="b">
            <a:normAutofit/>
          </a:bodyPr>
          <a:lstStyle>
            <a:lvl1pPr algn="l">
              <a:defRPr sz="4000" b="1">
                <a:solidFill>
                  <a:schemeClr val="bg1"/>
                </a:solidFill>
              </a:defRPr>
            </a:lvl1pPr>
          </a:lstStyle>
          <a:p>
            <a:r>
              <a:rPr lang="en-US"/>
              <a:t>Click to edit Master title style</a:t>
            </a:r>
            <a:endParaRPr lang="pt-PT"/>
          </a:p>
        </p:txBody>
      </p:sp>
      <p:sp>
        <p:nvSpPr>
          <p:cNvPr id="4" name="Date Placeholder 3">
            <a:extLst>
              <a:ext uri="{FF2B5EF4-FFF2-40B4-BE49-F238E27FC236}">
                <a16:creationId xmlns:a16="http://schemas.microsoft.com/office/drawing/2014/main" id="{5170B21E-24D4-4CEA-818A-4F2D5EE16DE2}"/>
              </a:ext>
            </a:extLst>
          </p:cNvPr>
          <p:cNvSpPr>
            <a:spLocks noGrp="1"/>
          </p:cNvSpPr>
          <p:nvPr>
            <p:ph type="dt" sz="half" idx="10"/>
          </p:nvPr>
        </p:nvSpPr>
        <p:spPr/>
        <p:txBody>
          <a:bodyPr/>
          <a:lstStyle>
            <a:lvl1pPr>
              <a:defRPr>
                <a:solidFill>
                  <a:schemeClr val="bg1"/>
                </a:solidFill>
              </a:defRPr>
            </a:lvl1pPr>
          </a:lstStyle>
          <a:p>
            <a:fld id="{DCAF1DC6-EAE1-4388-AADE-D441CE8D7AF0}" type="datetimeFigureOut">
              <a:rPr lang="pt-PT" smtClean="0"/>
              <a:pPr/>
              <a:t>13/02/2026</a:t>
            </a:fld>
            <a:endParaRPr lang="pt-PT"/>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96" name="Freeform 2">
            <a:extLst>
              <a:ext uri="{FF2B5EF4-FFF2-40B4-BE49-F238E27FC236}">
                <a16:creationId xmlns:a16="http://schemas.microsoft.com/office/drawing/2014/main" id="{CF140A45-D50B-40F8-A27F-118737AEB98B}"/>
              </a:ext>
            </a:extLst>
          </p:cNvPr>
          <p:cNvSpPr/>
          <p:nvPr userDrawn="1"/>
        </p:nvSpPr>
        <p:spPr>
          <a:xfrm>
            <a:off x="838200" y="411265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ooter Placeholder 4">
            <a:extLst>
              <a:ext uri="{FF2B5EF4-FFF2-40B4-BE49-F238E27FC236}">
                <a16:creationId xmlns:a16="http://schemas.microsoft.com/office/drawing/2014/main" id="{B24AED54-FA81-4A8E-B783-6537D77EE24D}"/>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bg1"/>
                </a:solidFill>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b="1">
              <a:solidFill>
                <a:schemeClr val="bg1"/>
              </a:solidFill>
              <a:latin typeface="Manrope SemiBold"/>
              <a:ea typeface="Manrope SemiBold"/>
              <a:cs typeface="Manrope SemiBold"/>
              <a:sym typeface="Manrope SemiBold"/>
            </a:endParaRPr>
          </a:p>
        </p:txBody>
      </p:sp>
      <p:pic>
        <p:nvPicPr>
          <p:cNvPr id="28" name="Picture 27">
            <a:extLst>
              <a:ext uri="{FF2B5EF4-FFF2-40B4-BE49-F238E27FC236}">
                <a16:creationId xmlns:a16="http://schemas.microsoft.com/office/drawing/2014/main" id="{558B5604-B05F-4562-AEE2-FED34D1739E5}"/>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78096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D880-4C13-4428-8FB9-53BFADA79757}"/>
              </a:ext>
            </a:extLst>
          </p:cNvPr>
          <p:cNvSpPr>
            <a:spLocks noGrp="1"/>
          </p:cNvSpPr>
          <p:nvPr>
            <p:ph type="ctrTitle"/>
          </p:nvPr>
        </p:nvSpPr>
        <p:spPr>
          <a:xfrm>
            <a:off x="838200" y="2467993"/>
            <a:ext cx="3807701" cy="1413934"/>
          </a:xfrm>
        </p:spPr>
        <p:txBody>
          <a:bodyPr anchor="b">
            <a:normAutofit/>
          </a:bodyPr>
          <a:lstStyle>
            <a:lvl1pPr algn="l">
              <a:defRPr sz="4000" b="1">
                <a:solidFill>
                  <a:schemeClr val="bg1"/>
                </a:solidFill>
              </a:defRPr>
            </a:lvl1pPr>
          </a:lstStyle>
          <a:p>
            <a:r>
              <a:rPr lang="en-US"/>
              <a:t>Click to edit Master title style</a:t>
            </a:r>
            <a:endParaRPr lang="pt-PT"/>
          </a:p>
        </p:txBody>
      </p:sp>
      <p:sp>
        <p:nvSpPr>
          <p:cNvPr id="4" name="Date Placeholder 3">
            <a:extLst>
              <a:ext uri="{FF2B5EF4-FFF2-40B4-BE49-F238E27FC236}">
                <a16:creationId xmlns:a16="http://schemas.microsoft.com/office/drawing/2014/main" id="{5170B21E-24D4-4CEA-818A-4F2D5EE16DE2}"/>
              </a:ext>
            </a:extLst>
          </p:cNvPr>
          <p:cNvSpPr>
            <a:spLocks noGrp="1"/>
          </p:cNvSpPr>
          <p:nvPr>
            <p:ph type="dt" sz="half" idx="10"/>
          </p:nvPr>
        </p:nvSpPr>
        <p:spPr/>
        <p:txBody>
          <a:bodyPr/>
          <a:lstStyle>
            <a:lvl1pPr>
              <a:defRPr>
                <a:solidFill>
                  <a:schemeClr val="bg1"/>
                </a:solidFill>
              </a:defRPr>
            </a:lvl1pPr>
          </a:lstStyle>
          <a:p>
            <a:fld id="{DCAF1DC6-EAE1-4388-AADE-D441CE8D7AF0}" type="datetimeFigureOut">
              <a:rPr lang="pt-PT" smtClean="0"/>
              <a:pPr/>
              <a:t>13/02/2026</a:t>
            </a:fld>
            <a:endParaRPr lang="pt-PT"/>
          </a:p>
        </p:txBody>
      </p:sp>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27" name="Footer Placeholder 4">
            <a:extLst>
              <a:ext uri="{FF2B5EF4-FFF2-40B4-BE49-F238E27FC236}">
                <a16:creationId xmlns:a16="http://schemas.microsoft.com/office/drawing/2014/main" id="{B24AED54-FA81-4A8E-B783-6537D77EE24D}"/>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bg1"/>
                </a:solidFill>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b="1">
              <a:solidFill>
                <a:schemeClr val="bg1"/>
              </a:solidFill>
              <a:latin typeface="Manrope SemiBold"/>
              <a:ea typeface="Manrope SemiBold"/>
              <a:cs typeface="Manrope SemiBold"/>
              <a:sym typeface="Manrope SemiBold"/>
            </a:endParaRPr>
          </a:p>
        </p:txBody>
      </p:sp>
      <p:sp>
        <p:nvSpPr>
          <p:cNvPr id="3" name="Rectangle 2">
            <a:extLst>
              <a:ext uri="{FF2B5EF4-FFF2-40B4-BE49-F238E27FC236}">
                <a16:creationId xmlns:a16="http://schemas.microsoft.com/office/drawing/2014/main" id="{C4DA1AF2-71D0-42C7-9E37-B220ACA89AE2}"/>
              </a:ext>
            </a:extLst>
          </p:cNvPr>
          <p:cNvSpPr/>
          <p:nvPr userDrawn="1"/>
        </p:nvSpPr>
        <p:spPr>
          <a:xfrm>
            <a:off x="5377406" y="0"/>
            <a:ext cx="6814594" cy="62477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6" name="Freeform 2">
            <a:extLst>
              <a:ext uri="{FF2B5EF4-FFF2-40B4-BE49-F238E27FC236}">
                <a16:creationId xmlns:a16="http://schemas.microsoft.com/office/drawing/2014/main" id="{CF140A45-D50B-40F8-A27F-118737AEB98B}"/>
              </a:ext>
            </a:extLst>
          </p:cNvPr>
          <p:cNvSpPr/>
          <p:nvPr userDrawn="1"/>
        </p:nvSpPr>
        <p:spPr>
          <a:xfrm>
            <a:off x="838200" y="4112660"/>
            <a:ext cx="4213149" cy="99584"/>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 Placeholder 6">
            <a:extLst>
              <a:ext uri="{FF2B5EF4-FFF2-40B4-BE49-F238E27FC236}">
                <a16:creationId xmlns:a16="http://schemas.microsoft.com/office/drawing/2014/main" id="{76C04FC3-2A42-4AD9-88B8-48864F9C8373}"/>
              </a:ext>
            </a:extLst>
          </p:cNvPr>
          <p:cNvSpPr>
            <a:spLocks noGrp="1"/>
          </p:cNvSpPr>
          <p:nvPr>
            <p:ph type="body" sz="quarter" idx="13"/>
          </p:nvPr>
        </p:nvSpPr>
        <p:spPr>
          <a:xfrm>
            <a:off x="6103278" y="997378"/>
            <a:ext cx="4969251" cy="4575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pic>
        <p:nvPicPr>
          <p:cNvPr id="29" name="Picture 28">
            <a:extLst>
              <a:ext uri="{FF2B5EF4-FFF2-40B4-BE49-F238E27FC236}">
                <a16:creationId xmlns:a16="http://schemas.microsoft.com/office/drawing/2014/main" id="{853C878E-53B8-4FAE-831B-86C0A34D863B}"/>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6227" t="11667"/>
          <a:stretch/>
        </p:blipFill>
        <p:spPr>
          <a:xfrm rot="10800000">
            <a:off x="5465723" y="1860469"/>
            <a:ext cx="6726277" cy="4997531"/>
          </a:xfrm>
          <a:prstGeom prst="rect">
            <a:avLst/>
          </a:prstGeom>
        </p:spPr>
      </p:pic>
    </p:spTree>
    <p:extLst>
      <p:ext uri="{BB962C8B-B14F-4D97-AF65-F5344CB8AC3E}">
        <p14:creationId xmlns:p14="http://schemas.microsoft.com/office/powerpoint/2010/main" val="3292148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2" name="Freeform 8">
            <a:extLst>
              <a:ext uri="{FF2B5EF4-FFF2-40B4-BE49-F238E27FC236}">
                <a16:creationId xmlns:a16="http://schemas.microsoft.com/office/drawing/2014/main" id="{CAB7A5ED-E6E1-4B74-9E7D-A88835700F20}"/>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Title 1">
            <a:extLst>
              <a:ext uri="{FF2B5EF4-FFF2-40B4-BE49-F238E27FC236}">
                <a16:creationId xmlns:a16="http://schemas.microsoft.com/office/drawing/2014/main" id="{AD4C4FD2-C3D3-42B6-84C1-9F809ACB83F9}"/>
              </a:ext>
            </a:extLst>
          </p:cNvPr>
          <p:cNvSpPr>
            <a:spLocks noGrp="1"/>
          </p:cNvSpPr>
          <p:nvPr>
            <p:ph type="title"/>
          </p:nvPr>
        </p:nvSpPr>
        <p:spPr>
          <a:xfrm>
            <a:off x="838200" y="603750"/>
            <a:ext cx="9065525" cy="597562"/>
          </a:xfrm>
        </p:spPr>
        <p:txBody>
          <a:bodyPr>
            <a:normAutofit/>
          </a:bodyPr>
          <a:lstStyle>
            <a:lvl1pPr>
              <a:defRPr sz="3600" b="1"/>
            </a:lvl1pPr>
          </a:lstStyle>
          <a:p>
            <a:r>
              <a:rPr lang="en-US"/>
              <a:t>Click to edit Master title style</a:t>
            </a:r>
            <a:endParaRPr lang="pt-PT"/>
          </a:p>
        </p:txBody>
      </p:sp>
      <p:sp>
        <p:nvSpPr>
          <p:cNvPr id="3" name="Content Placeholder 2">
            <a:extLst>
              <a:ext uri="{FF2B5EF4-FFF2-40B4-BE49-F238E27FC236}">
                <a16:creationId xmlns:a16="http://schemas.microsoft.com/office/drawing/2014/main" id="{E21D7AF4-4E25-4ED4-B971-38D600666D83}"/>
              </a:ext>
            </a:extLst>
          </p:cNvPr>
          <p:cNvSpPr>
            <a:spLocks noGrp="1"/>
          </p:cNvSpPr>
          <p:nvPr>
            <p:ph idx="1"/>
          </p:nvPr>
        </p:nvSpPr>
        <p:spPr>
          <a:xfrm>
            <a:off x="838200" y="1825625"/>
            <a:ext cx="10515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6" name="Slide Number Placeholder 5">
            <a:extLst>
              <a:ext uri="{FF2B5EF4-FFF2-40B4-BE49-F238E27FC236}">
                <a16:creationId xmlns:a16="http://schemas.microsoft.com/office/drawing/2014/main" id="{1B4C5631-B183-4A91-BF88-7C35A0CCDB63}"/>
              </a:ext>
            </a:extLst>
          </p:cNvPr>
          <p:cNvSpPr>
            <a:spLocks noGrp="1"/>
          </p:cNvSpPr>
          <p:nvPr>
            <p:ph type="sldNum" sz="quarter" idx="12"/>
          </p:nvPr>
        </p:nvSpPr>
        <p:spPr>
          <a:xfrm>
            <a:off x="10125062" y="6356350"/>
            <a:ext cx="1228737" cy="365125"/>
          </a:xfrm>
        </p:spPr>
        <p:txBody>
          <a:bodyPr/>
          <a:lstStyle/>
          <a:p>
            <a:fld id="{765E4D28-99AA-4BFA-B940-DC80441FB929}" type="slidenum">
              <a:rPr lang="pt-PT" smtClean="0"/>
              <a:t>‹#›</a:t>
            </a:fld>
            <a:endParaRPr lang="pt-PT"/>
          </a:p>
        </p:txBody>
      </p:sp>
      <p:pic>
        <p:nvPicPr>
          <p:cNvPr id="8" name="Picture 7">
            <a:extLst>
              <a:ext uri="{FF2B5EF4-FFF2-40B4-BE49-F238E27FC236}">
                <a16:creationId xmlns:a16="http://schemas.microsoft.com/office/drawing/2014/main" id="{DFCE163F-4215-40E0-85B8-5BAA5C4968C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7" name="Rectangle: Rounded Corners 6">
            <a:extLst>
              <a:ext uri="{FF2B5EF4-FFF2-40B4-BE49-F238E27FC236}">
                <a16:creationId xmlns:a16="http://schemas.microsoft.com/office/drawing/2014/main" id="{849F38B1-08E7-4531-AE1A-CEFC204D3378}"/>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3" name="Freeform 8">
            <a:extLst>
              <a:ext uri="{FF2B5EF4-FFF2-40B4-BE49-F238E27FC236}">
                <a16:creationId xmlns:a16="http://schemas.microsoft.com/office/drawing/2014/main" id="{9741C82C-6CC9-45A6-B5AC-D919C9B44EE0}"/>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ooter Placeholder 4">
            <a:extLst>
              <a:ext uri="{FF2B5EF4-FFF2-40B4-BE49-F238E27FC236}">
                <a16:creationId xmlns:a16="http://schemas.microsoft.com/office/drawing/2014/main" id="{C5C9187A-2994-415C-BE22-5BCE45E1C915}"/>
              </a:ext>
            </a:extLst>
          </p:cNvPr>
          <p:cNvSpPr txBox="1">
            <a:spLocks/>
          </p:cNvSpPr>
          <p:nvPr userDrawn="1"/>
        </p:nvSpPr>
        <p:spPr>
          <a:xfrm>
            <a:off x="5556992" y="5639326"/>
            <a:ext cx="1117725"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solidFill>
                <a:schemeClr val="lt1"/>
              </a:solidFill>
              <a:latin typeface="Manrope SemiBold"/>
              <a:ea typeface="Manrope SemiBold"/>
              <a:cs typeface="Manrope SemiBold"/>
              <a:sym typeface="Manrope SemiBold"/>
            </a:endParaRPr>
          </a:p>
        </p:txBody>
      </p:sp>
      <p:pic>
        <p:nvPicPr>
          <p:cNvPr id="25" name="Picture 24">
            <a:extLst>
              <a:ext uri="{FF2B5EF4-FFF2-40B4-BE49-F238E27FC236}">
                <a16:creationId xmlns:a16="http://schemas.microsoft.com/office/drawing/2014/main" id="{D74CDCD4-E914-4CDB-A25B-A5879F3665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26" name="Straight Connector 25">
            <a:extLst>
              <a:ext uri="{FF2B5EF4-FFF2-40B4-BE49-F238E27FC236}">
                <a16:creationId xmlns:a16="http://schemas.microsoft.com/office/drawing/2014/main" id="{4DC9F5F1-3788-49A4-8F5C-A04B9DDE929A}"/>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ECD5D53-8797-4F14-8569-879C9E547136}"/>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8" name="Google Shape;16;p2">
            <a:extLst>
              <a:ext uri="{FF2B5EF4-FFF2-40B4-BE49-F238E27FC236}">
                <a16:creationId xmlns:a16="http://schemas.microsoft.com/office/drawing/2014/main" id="{A5E8EA40-DB9D-4A6A-8000-897C98B94A5F}"/>
              </a:ext>
            </a:extLst>
          </p:cNvPr>
          <p:cNvPicPr preferRelativeResize="0"/>
          <p:nvPr userDrawn="1"/>
        </p:nvPicPr>
        <p:blipFill rotWithShape="1">
          <a:blip r:embed="rId6">
            <a:alphaModFix/>
          </a:blip>
          <a:srcRect/>
          <a:stretch/>
        </p:blipFill>
        <p:spPr>
          <a:xfrm>
            <a:off x="7239932" y="6446293"/>
            <a:ext cx="217593" cy="217593"/>
          </a:xfrm>
          <a:prstGeom prst="rect">
            <a:avLst/>
          </a:prstGeom>
          <a:noFill/>
          <a:ln>
            <a:noFill/>
          </a:ln>
        </p:spPr>
      </p:pic>
      <p:pic>
        <p:nvPicPr>
          <p:cNvPr id="29" name="Google Shape;18;p2">
            <a:extLst>
              <a:ext uri="{FF2B5EF4-FFF2-40B4-BE49-F238E27FC236}">
                <a16:creationId xmlns:a16="http://schemas.microsoft.com/office/drawing/2014/main" id="{06A9D2E1-A36A-4901-9C9A-5B1831861086}"/>
              </a:ext>
            </a:extLst>
          </p:cNvPr>
          <p:cNvPicPr preferRelativeResize="0"/>
          <p:nvPr userDrawn="1"/>
        </p:nvPicPr>
        <p:blipFill rotWithShape="1">
          <a:blip r:embed="rId7">
            <a:alphaModFix/>
          </a:blip>
          <a:srcRect/>
          <a:stretch/>
        </p:blipFill>
        <p:spPr>
          <a:xfrm>
            <a:off x="6967530" y="6446293"/>
            <a:ext cx="217593" cy="217593"/>
          </a:xfrm>
          <a:prstGeom prst="rect">
            <a:avLst/>
          </a:prstGeom>
          <a:noFill/>
          <a:ln>
            <a:noFill/>
          </a:ln>
        </p:spPr>
      </p:pic>
      <p:pic>
        <p:nvPicPr>
          <p:cNvPr id="31" name="Picture 30">
            <a:extLst>
              <a:ext uri="{FF2B5EF4-FFF2-40B4-BE49-F238E27FC236}">
                <a16:creationId xmlns:a16="http://schemas.microsoft.com/office/drawing/2014/main" id="{6C4059B7-DC62-4D73-8AF3-8D3FCC65B99C}"/>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36" name="Footer Placeholder 4">
            <a:extLst>
              <a:ext uri="{FF2B5EF4-FFF2-40B4-BE49-F238E27FC236}">
                <a16:creationId xmlns:a16="http://schemas.microsoft.com/office/drawing/2014/main" id="{C1DA38FE-74A1-43BF-8734-649903ECB3D5}"/>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uFill>
                  <a:noFill/>
                </a:uFill>
                <a:latin typeface="Manrope SemiBold"/>
                <a:ea typeface="Manrope SemiBold"/>
                <a:cs typeface="Manrope SemiBold"/>
                <a:sym typeface="Manrope SemiBold"/>
                <a:hlinkClick r:id="rId9">
                  <a:extLst>
                    <a:ext uri="{A12FA001-AC4F-418D-AE19-62706E023703}">
                      <ahyp:hlinkClr xmlns:ahyp="http://schemas.microsoft.com/office/drawing/2018/hyperlinkcolor" val="tx"/>
                    </a:ext>
                  </a:extLst>
                </a:hlinkClick>
              </a:rPr>
              <a:t>ai4realnet.eu</a:t>
            </a:r>
            <a:endParaRPr lang="en-GB">
              <a:latin typeface="Manrope SemiBold"/>
              <a:ea typeface="Manrope SemiBold"/>
              <a:cs typeface="Manrope SemiBold"/>
              <a:sym typeface="Manrope SemiBold"/>
            </a:endParaRPr>
          </a:p>
        </p:txBody>
      </p:sp>
      <p:sp>
        <p:nvSpPr>
          <p:cNvPr id="37" name="Footer Placeholder 4">
            <a:extLst>
              <a:ext uri="{FF2B5EF4-FFF2-40B4-BE49-F238E27FC236}">
                <a16:creationId xmlns:a16="http://schemas.microsoft.com/office/drawing/2014/main" id="{2C84617F-074D-4726-9C7E-D4AB80B3B3E1}"/>
              </a:ext>
            </a:extLst>
          </p:cNvPr>
          <p:cNvSpPr txBox="1">
            <a:spLocks/>
          </p:cNvSpPr>
          <p:nvPr userDrawn="1"/>
        </p:nvSpPr>
        <p:spPr>
          <a:xfrm>
            <a:off x="5622857" y="65087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bg1"/>
                </a:solidFill>
                <a:uFill>
                  <a:noFill/>
                </a:uFill>
                <a:latin typeface="Manrope SemiBold"/>
                <a:ea typeface="Manrope SemiBold"/>
                <a:cs typeface="Manrope SemiBold"/>
                <a:sym typeface="Manrope SemiBold"/>
                <a:hlinkClick r:id="rId9">
                  <a:extLst>
                    <a:ext uri="{A12FA001-AC4F-418D-AE19-62706E023703}">
                      <ahyp:hlinkClr xmlns:ahyp="http://schemas.microsoft.com/office/drawing/2018/hyperlinkcolor" val="tx"/>
                    </a:ext>
                  </a:extLst>
                </a:hlinkClick>
              </a:rPr>
              <a:t>ai4realnet.eu</a:t>
            </a:r>
            <a:endParaRPr lang="en-GB" b="1">
              <a:solidFill>
                <a:schemeClr val="bg1"/>
              </a:solidFill>
              <a:latin typeface="Manrope SemiBold"/>
              <a:ea typeface="Manrope SemiBold"/>
              <a:cs typeface="Manrope SemiBold"/>
              <a:sym typeface="Manrope SemiBold"/>
            </a:endParaRPr>
          </a:p>
        </p:txBody>
      </p:sp>
      <p:pic>
        <p:nvPicPr>
          <p:cNvPr id="33" name="Picture 32">
            <a:extLst>
              <a:ext uri="{FF2B5EF4-FFF2-40B4-BE49-F238E27FC236}">
                <a16:creationId xmlns:a16="http://schemas.microsoft.com/office/drawing/2014/main" id="{5B04B5B3-483E-4FDC-8C77-173800C1CB78}"/>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553" t="-5178" r="21068" b="12300"/>
          <a:stretch/>
        </p:blipFill>
        <p:spPr>
          <a:xfrm>
            <a:off x="5898834" y="1603387"/>
            <a:ext cx="6293162" cy="5254613"/>
          </a:xfrm>
          <a:prstGeom prst="rect">
            <a:avLst/>
          </a:prstGeom>
        </p:spPr>
      </p:pic>
    </p:spTree>
    <p:extLst>
      <p:ext uri="{BB962C8B-B14F-4D97-AF65-F5344CB8AC3E}">
        <p14:creationId xmlns:p14="http://schemas.microsoft.com/office/powerpoint/2010/main" val="2540628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2CB64E3A-A460-4D69-86D4-98E4FC4CA5B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3" t="-5178" r="21068" b="12300"/>
          <a:stretch/>
        </p:blipFill>
        <p:spPr>
          <a:xfrm rot="10800000">
            <a:off x="0" y="0"/>
            <a:ext cx="6293162" cy="5254613"/>
          </a:xfrm>
          <a:prstGeom prst="rect">
            <a:avLst/>
          </a:prstGeom>
        </p:spPr>
      </p:pic>
      <p:sp>
        <p:nvSpPr>
          <p:cNvPr id="2" name="Title 1">
            <a:extLst>
              <a:ext uri="{FF2B5EF4-FFF2-40B4-BE49-F238E27FC236}">
                <a16:creationId xmlns:a16="http://schemas.microsoft.com/office/drawing/2014/main" id="{E594731E-07CC-41ED-A623-9E4F0FC18589}"/>
              </a:ext>
            </a:extLst>
          </p:cNvPr>
          <p:cNvSpPr>
            <a:spLocks noGrp="1"/>
          </p:cNvSpPr>
          <p:nvPr>
            <p:ph type="title"/>
          </p:nvPr>
        </p:nvSpPr>
        <p:spPr>
          <a:xfrm>
            <a:off x="838200" y="571367"/>
            <a:ext cx="9326732" cy="654331"/>
          </a:xfrm>
        </p:spPr>
        <p:txBody>
          <a:bodyPr>
            <a:normAutofit/>
          </a:bodyPr>
          <a:lstStyle>
            <a:lvl1pPr>
              <a:defRPr sz="3600" b="1"/>
            </a:lvl1pPr>
          </a:lstStyle>
          <a:p>
            <a:r>
              <a:rPr lang="en-US"/>
              <a:t>Click to edit Master title style</a:t>
            </a:r>
            <a:endParaRPr lang="pt-PT"/>
          </a:p>
        </p:txBody>
      </p:sp>
      <p:sp>
        <p:nvSpPr>
          <p:cNvPr id="3" name="Content Placeholder 2">
            <a:extLst>
              <a:ext uri="{FF2B5EF4-FFF2-40B4-BE49-F238E27FC236}">
                <a16:creationId xmlns:a16="http://schemas.microsoft.com/office/drawing/2014/main" id="{CA65AE5B-2E4F-4495-82F5-E2E601AE8D52}"/>
              </a:ext>
            </a:extLst>
          </p:cNvPr>
          <p:cNvSpPr>
            <a:spLocks noGrp="1"/>
          </p:cNvSpPr>
          <p:nvPr>
            <p:ph sz="half" idx="1"/>
          </p:nvPr>
        </p:nvSpPr>
        <p:spPr>
          <a:xfrm>
            <a:off x="838200" y="1825625"/>
            <a:ext cx="5181600" cy="4351338"/>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Content Placeholder 3">
            <a:extLst>
              <a:ext uri="{FF2B5EF4-FFF2-40B4-BE49-F238E27FC236}">
                <a16:creationId xmlns:a16="http://schemas.microsoft.com/office/drawing/2014/main" id="{382EDFEF-DBC9-422F-952C-9CA6626C5251}"/>
              </a:ext>
            </a:extLst>
          </p:cNvPr>
          <p:cNvSpPr>
            <a:spLocks noGrp="1"/>
          </p:cNvSpPr>
          <p:nvPr>
            <p:ph sz="half" idx="2"/>
          </p:nvPr>
        </p:nvSpPr>
        <p:spPr>
          <a:xfrm>
            <a:off x="6172200" y="1825625"/>
            <a:ext cx="5181600" cy="4351338"/>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7" name="Slide Number Placeholder 6">
            <a:extLst>
              <a:ext uri="{FF2B5EF4-FFF2-40B4-BE49-F238E27FC236}">
                <a16:creationId xmlns:a16="http://schemas.microsoft.com/office/drawing/2014/main" id="{DC19E522-6615-4E62-A245-7199629BD66E}"/>
              </a:ext>
            </a:extLst>
          </p:cNvPr>
          <p:cNvSpPr>
            <a:spLocks noGrp="1"/>
          </p:cNvSpPr>
          <p:nvPr>
            <p:ph type="sldNum" sz="quarter" idx="12"/>
          </p:nvPr>
        </p:nvSpPr>
        <p:spPr/>
        <p:txBody>
          <a:bodyPr/>
          <a:lstStyle/>
          <a:p>
            <a:fld id="{765E4D28-99AA-4BFA-B940-DC80441FB929}" type="slidenum">
              <a:rPr lang="pt-PT" smtClean="0"/>
              <a:t>‹#›</a:t>
            </a:fld>
            <a:endParaRPr lang="pt-PT"/>
          </a:p>
        </p:txBody>
      </p:sp>
      <p:sp>
        <p:nvSpPr>
          <p:cNvPr id="26" name="Freeform 8">
            <a:extLst>
              <a:ext uri="{FF2B5EF4-FFF2-40B4-BE49-F238E27FC236}">
                <a16:creationId xmlns:a16="http://schemas.microsoft.com/office/drawing/2014/main" id="{3B7A2975-E08C-4B74-B7C7-7C8E619E19F1}"/>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7" name="Footer Placeholder 4">
            <a:extLst>
              <a:ext uri="{FF2B5EF4-FFF2-40B4-BE49-F238E27FC236}">
                <a16:creationId xmlns:a16="http://schemas.microsoft.com/office/drawing/2014/main" id="{FA14FBA2-59C3-428F-A369-F8C39712C488}"/>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a:latin typeface="Manrope SemiBold"/>
              <a:ea typeface="Manrope SemiBold"/>
              <a:cs typeface="Manrope SemiBold"/>
              <a:sym typeface="Manrope SemiBold"/>
            </a:endParaRPr>
          </a:p>
        </p:txBody>
      </p:sp>
      <p:sp>
        <p:nvSpPr>
          <p:cNvPr id="28" name="Freeform 8">
            <a:extLst>
              <a:ext uri="{FF2B5EF4-FFF2-40B4-BE49-F238E27FC236}">
                <a16:creationId xmlns:a16="http://schemas.microsoft.com/office/drawing/2014/main" id="{DC3C7B39-A56C-4C35-9B3F-7F8642101113}"/>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cxnSp>
        <p:nvCxnSpPr>
          <p:cNvPr id="29" name="Straight Connector 28">
            <a:extLst>
              <a:ext uri="{FF2B5EF4-FFF2-40B4-BE49-F238E27FC236}">
                <a16:creationId xmlns:a16="http://schemas.microsoft.com/office/drawing/2014/main" id="{A3F229B8-AB76-4E18-92D3-7FA2EFB6D620}"/>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214569D-0237-434C-91AE-B4C09DCCEA8F}"/>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1" name="Google Shape;16;p2">
            <a:extLst>
              <a:ext uri="{FF2B5EF4-FFF2-40B4-BE49-F238E27FC236}">
                <a16:creationId xmlns:a16="http://schemas.microsoft.com/office/drawing/2014/main" id="{7AC1B839-4E98-4ED1-A366-CC4261FFCC5B}"/>
              </a:ext>
            </a:extLst>
          </p:cNvPr>
          <p:cNvPicPr preferRelativeResize="0"/>
          <p:nvPr userDrawn="1"/>
        </p:nvPicPr>
        <p:blipFill rotWithShape="1">
          <a:blip r:embed="rId6">
            <a:alphaModFix/>
          </a:blip>
          <a:srcRect/>
          <a:stretch/>
        </p:blipFill>
        <p:spPr>
          <a:xfrm>
            <a:off x="7239932" y="6446293"/>
            <a:ext cx="217593" cy="217593"/>
          </a:xfrm>
          <a:prstGeom prst="rect">
            <a:avLst/>
          </a:prstGeom>
          <a:noFill/>
          <a:ln>
            <a:noFill/>
          </a:ln>
        </p:spPr>
      </p:pic>
      <p:pic>
        <p:nvPicPr>
          <p:cNvPr id="32" name="Google Shape;18;p2">
            <a:extLst>
              <a:ext uri="{FF2B5EF4-FFF2-40B4-BE49-F238E27FC236}">
                <a16:creationId xmlns:a16="http://schemas.microsoft.com/office/drawing/2014/main" id="{0FFBB8B0-ECFF-4E44-A99D-0818ADE045DF}"/>
              </a:ext>
            </a:extLst>
          </p:cNvPr>
          <p:cNvPicPr preferRelativeResize="0"/>
          <p:nvPr userDrawn="1"/>
        </p:nvPicPr>
        <p:blipFill rotWithShape="1">
          <a:blip r:embed="rId7">
            <a:alphaModFix/>
          </a:blip>
          <a:srcRect/>
          <a:stretch/>
        </p:blipFill>
        <p:spPr>
          <a:xfrm>
            <a:off x="6967530" y="6446293"/>
            <a:ext cx="217593" cy="217593"/>
          </a:xfrm>
          <a:prstGeom prst="rect">
            <a:avLst/>
          </a:prstGeom>
          <a:noFill/>
          <a:ln>
            <a:noFill/>
          </a:ln>
        </p:spPr>
      </p:pic>
      <p:pic>
        <p:nvPicPr>
          <p:cNvPr id="33" name="Picture 32">
            <a:extLst>
              <a:ext uri="{FF2B5EF4-FFF2-40B4-BE49-F238E27FC236}">
                <a16:creationId xmlns:a16="http://schemas.microsoft.com/office/drawing/2014/main" id="{221AC107-3E19-4EFE-94B3-16FEEAD8F1E1}"/>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pic>
        <p:nvPicPr>
          <p:cNvPr id="34" name="Picture 33">
            <a:extLst>
              <a:ext uri="{FF2B5EF4-FFF2-40B4-BE49-F238E27FC236}">
                <a16:creationId xmlns:a16="http://schemas.microsoft.com/office/drawing/2014/main" id="{24CABCB7-A0B5-42EB-B9C8-4BC24048899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35" name="Rectangle: Rounded Corners 34">
            <a:extLst>
              <a:ext uri="{FF2B5EF4-FFF2-40B4-BE49-F238E27FC236}">
                <a16:creationId xmlns:a16="http://schemas.microsoft.com/office/drawing/2014/main" id="{80FD1077-18A3-44EC-8659-CBD3DD1D0F48}"/>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69835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9265-3046-47F2-9BA5-70DC0C274C8D}"/>
              </a:ext>
            </a:extLst>
          </p:cNvPr>
          <p:cNvSpPr>
            <a:spLocks noGrp="1"/>
          </p:cNvSpPr>
          <p:nvPr>
            <p:ph type="title"/>
          </p:nvPr>
        </p:nvSpPr>
        <p:spPr>
          <a:xfrm>
            <a:off x="838200" y="550416"/>
            <a:ext cx="10515600" cy="722924"/>
          </a:xfrm>
        </p:spPr>
        <p:txBody>
          <a:bodyPr>
            <a:normAutofit/>
          </a:bodyPr>
          <a:lstStyle>
            <a:lvl1pPr>
              <a:defRPr sz="3600" b="1"/>
            </a:lvl1pPr>
          </a:lstStyle>
          <a:p>
            <a:r>
              <a:rPr lang="en-US"/>
              <a:t>Click to edit Master title style</a:t>
            </a:r>
            <a:endParaRPr lang="pt-PT"/>
          </a:p>
        </p:txBody>
      </p:sp>
      <p:sp>
        <p:nvSpPr>
          <p:cNvPr id="5" name="Slide Number Placeholder 4">
            <a:extLst>
              <a:ext uri="{FF2B5EF4-FFF2-40B4-BE49-F238E27FC236}">
                <a16:creationId xmlns:a16="http://schemas.microsoft.com/office/drawing/2014/main" id="{4C886CFB-F383-40E5-8589-F8A9CE2ED7D4}"/>
              </a:ext>
            </a:extLst>
          </p:cNvPr>
          <p:cNvSpPr>
            <a:spLocks noGrp="1"/>
          </p:cNvSpPr>
          <p:nvPr>
            <p:ph type="sldNum" sz="quarter" idx="12"/>
          </p:nvPr>
        </p:nvSpPr>
        <p:spPr/>
        <p:txBody>
          <a:bodyPr/>
          <a:lstStyle/>
          <a:p>
            <a:fld id="{765E4D28-99AA-4BFA-B940-DC80441FB929}" type="slidenum">
              <a:rPr lang="pt-PT" smtClean="0"/>
              <a:t>‹#›</a:t>
            </a:fld>
            <a:endParaRPr lang="pt-PT"/>
          </a:p>
        </p:txBody>
      </p:sp>
      <p:sp>
        <p:nvSpPr>
          <p:cNvPr id="7" name="Freeform 8">
            <a:extLst>
              <a:ext uri="{FF2B5EF4-FFF2-40B4-BE49-F238E27FC236}">
                <a16:creationId xmlns:a16="http://schemas.microsoft.com/office/drawing/2014/main" id="{5DBA09B0-EFEE-4E7E-92F2-8EBA4C714C90}"/>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8">
            <a:extLst>
              <a:ext uri="{FF2B5EF4-FFF2-40B4-BE49-F238E27FC236}">
                <a16:creationId xmlns:a16="http://schemas.microsoft.com/office/drawing/2014/main" id="{587629DD-85E9-4ACB-B253-D7D152D307B5}"/>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cxnSp>
        <p:nvCxnSpPr>
          <p:cNvPr id="10" name="Straight Connector 9">
            <a:extLst>
              <a:ext uri="{FF2B5EF4-FFF2-40B4-BE49-F238E27FC236}">
                <a16:creationId xmlns:a16="http://schemas.microsoft.com/office/drawing/2014/main" id="{606AD214-009B-4419-8E42-2800D6BE44BC}"/>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4505E5D-77A7-4991-BA2D-B3E984D5AFEC}"/>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2" name="Google Shape;16;p2">
            <a:extLst>
              <a:ext uri="{FF2B5EF4-FFF2-40B4-BE49-F238E27FC236}">
                <a16:creationId xmlns:a16="http://schemas.microsoft.com/office/drawing/2014/main" id="{2B285A4E-8558-46A3-BD36-BEC3FC05C253}"/>
              </a:ext>
            </a:extLst>
          </p:cNvPr>
          <p:cNvPicPr preferRelativeResize="0"/>
          <p:nvPr userDrawn="1"/>
        </p:nvPicPr>
        <p:blipFill rotWithShape="1">
          <a:blip r:embed="rId4">
            <a:alphaModFix/>
          </a:blip>
          <a:srcRect/>
          <a:stretch/>
        </p:blipFill>
        <p:spPr>
          <a:xfrm>
            <a:off x="7239932" y="6446293"/>
            <a:ext cx="217593" cy="217593"/>
          </a:xfrm>
          <a:prstGeom prst="rect">
            <a:avLst/>
          </a:prstGeom>
          <a:noFill/>
          <a:ln>
            <a:noFill/>
          </a:ln>
        </p:spPr>
      </p:pic>
      <p:pic>
        <p:nvPicPr>
          <p:cNvPr id="13" name="Google Shape;18;p2">
            <a:extLst>
              <a:ext uri="{FF2B5EF4-FFF2-40B4-BE49-F238E27FC236}">
                <a16:creationId xmlns:a16="http://schemas.microsoft.com/office/drawing/2014/main" id="{E76D8706-7EFF-4FAB-B75F-4293DA54407C}"/>
              </a:ext>
            </a:extLst>
          </p:cNvPr>
          <p:cNvPicPr preferRelativeResize="0"/>
          <p:nvPr userDrawn="1"/>
        </p:nvPicPr>
        <p:blipFill rotWithShape="1">
          <a:blip r:embed="rId5">
            <a:alphaModFix/>
          </a:blip>
          <a:srcRect/>
          <a:stretch/>
        </p:blipFill>
        <p:spPr>
          <a:xfrm>
            <a:off x="6967530" y="6446293"/>
            <a:ext cx="217593" cy="217593"/>
          </a:xfrm>
          <a:prstGeom prst="rect">
            <a:avLst/>
          </a:prstGeom>
          <a:noFill/>
          <a:ln>
            <a:noFill/>
          </a:ln>
        </p:spPr>
      </p:pic>
      <p:pic>
        <p:nvPicPr>
          <p:cNvPr id="14" name="Picture 13">
            <a:extLst>
              <a:ext uri="{FF2B5EF4-FFF2-40B4-BE49-F238E27FC236}">
                <a16:creationId xmlns:a16="http://schemas.microsoft.com/office/drawing/2014/main" id="{A1E63CB1-3D9F-4F3D-8D1D-62F66E3BCC2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16" name="Footer Placeholder 4">
            <a:extLst>
              <a:ext uri="{FF2B5EF4-FFF2-40B4-BE49-F238E27FC236}">
                <a16:creationId xmlns:a16="http://schemas.microsoft.com/office/drawing/2014/main" id="{4F40B05D-CBDA-4DD6-9BB9-6CEE287F57B6}"/>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uFill>
                  <a:noFill/>
                </a:uFill>
                <a:latin typeface="Manrope SemiBold"/>
                <a:ea typeface="Manrope SemiBold"/>
                <a:cs typeface="Manrope SemiBold"/>
                <a:sym typeface="Manrope SemiBold"/>
                <a:hlinkClick r:id="rId7">
                  <a:extLst>
                    <a:ext uri="{A12FA001-AC4F-418D-AE19-62706E023703}">
                      <ahyp:hlinkClr xmlns:ahyp="http://schemas.microsoft.com/office/drawing/2018/hyperlinkcolor" val="tx"/>
                    </a:ext>
                  </a:extLst>
                </a:hlinkClick>
              </a:rPr>
              <a:t>ai4realnet.eu</a:t>
            </a:r>
            <a:endParaRPr lang="en-GB">
              <a:latin typeface="Manrope SemiBold"/>
              <a:ea typeface="Manrope SemiBold"/>
              <a:cs typeface="Manrope SemiBold"/>
              <a:sym typeface="Manrope SemiBold"/>
            </a:endParaRPr>
          </a:p>
        </p:txBody>
      </p:sp>
      <p:pic>
        <p:nvPicPr>
          <p:cNvPr id="17" name="Picture 16">
            <a:extLst>
              <a:ext uri="{FF2B5EF4-FFF2-40B4-BE49-F238E27FC236}">
                <a16:creationId xmlns:a16="http://schemas.microsoft.com/office/drawing/2014/main" id="{4F676E64-1DAA-480D-B21E-EA4CDCE1891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398334" y="681037"/>
            <a:ext cx="967857" cy="546584"/>
          </a:xfrm>
          <a:prstGeom prst="rect">
            <a:avLst/>
          </a:prstGeom>
        </p:spPr>
      </p:pic>
      <p:sp>
        <p:nvSpPr>
          <p:cNvPr id="18" name="Rectangle: Rounded Corners 17">
            <a:extLst>
              <a:ext uri="{FF2B5EF4-FFF2-40B4-BE49-F238E27FC236}">
                <a16:creationId xmlns:a16="http://schemas.microsoft.com/office/drawing/2014/main" id="{BFA41356-47A7-4675-9403-2BE9DF86BEF7}"/>
              </a:ext>
            </a:extLst>
          </p:cNvPr>
          <p:cNvSpPr/>
          <p:nvPr userDrawn="1"/>
        </p:nvSpPr>
        <p:spPr>
          <a:xfrm>
            <a:off x="838200" y="1227621"/>
            <a:ext cx="9106469" cy="45719"/>
          </a:xfrm>
          <a:prstGeom prst="roundRect">
            <a:avLst/>
          </a:prstGeom>
          <a:gradFill>
            <a:gsLst>
              <a:gs pos="0">
                <a:srgbClr val="ED1C24"/>
              </a:gs>
              <a:gs pos="100000">
                <a:srgbClr val="08045D"/>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98650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C3B106-4FD9-40ED-B6A1-5EC3ECF8B1F8}"/>
              </a:ext>
            </a:extLst>
          </p:cNvPr>
          <p:cNvSpPr>
            <a:spLocks noGrp="1"/>
          </p:cNvSpPr>
          <p:nvPr>
            <p:ph type="sldNum" sz="quarter" idx="12"/>
          </p:nvPr>
        </p:nvSpPr>
        <p:spPr/>
        <p:txBody>
          <a:bodyPr/>
          <a:lstStyle/>
          <a:p>
            <a:fld id="{765E4D28-99AA-4BFA-B940-DC80441FB929}" type="slidenum">
              <a:rPr lang="pt-PT" smtClean="0"/>
              <a:t>‹#›</a:t>
            </a:fld>
            <a:endParaRPr lang="pt-PT"/>
          </a:p>
        </p:txBody>
      </p:sp>
      <p:pic>
        <p:nvPicPr>
          <p:cNvPr id="5" name="Picture 4">
            <a:extLst>
              <a:ext uri="{FF2B5EF4-FFF2-40B4-BE49-F238E27FC236}">
                <a16:creationId xmlns:a16="http://schemas.microsoft.com/office/drawing/2014/main" id="{8BB80C78-899C-4349-8F59-4F3DBC05EA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47897" y="5091509"/>
            <a:ext cx="2274045" cy="912348"/>
          </a:xfrm>
          <a:prstGeom prst="rect">
            <a:avLst/>
          </a:prstGeom>
        </p:spPr>
      </p:pic>
      <p:sp>
        <p:nvSpPr>
          <p:cNvPr id="8" name="Freeform 4">
            <a:extLst>
              <a:ext uri="{FF2B5EF4-FFF2-40B4-BE49-F238E27FC236}">
                <a16:creationId xmlns:a16="http://schemas.microsoft.com/office/drawing/2014/main" id="{A61B4218-72C5-48F8-A0A2-C96338F95D69}"/>
              </a:ext>
            </a:extLst>
          </p:cNvPr>
          <p:cNvSpPr/>
          <p:nvPr userDrawn="1"/>
        </p:nvSpPr>
        <p:spPr>
          <a:xfrm rot="18901695">
            <a:off x="-3199589" y="2567389"/>
            <a:ext cx="6399177" cy="171125"/>
          </a:xfrm>
          <a:custGeom>
            <a:avLst/>
            <a:gdLst/>
            <a:ahLst/>
            <a:cxnLst/>
            <a:rect l="l" t="t" r="r" b="b"/>
            <a:pathLst>
              <a:path w="9512725" h="224846">
                <a:moveTo>
                  <a:pt x="0" y="0"/>
                </a:moveTo>
                <a:lnTo>
                  <a:pt x="9512725" y="0"/>
                </a:lnTo>
                <a:lnTo>
                  <a:pt x="9512725" y="224846"/>
                </a:lnTo>
                <a:lnTo>
                  <a:pt x="0" y="22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PT"/>
          </a:p>
        </p:txBody>
      </p:sp>
      <p:sp>
        <p:nvSpPr>
          <p:cNvPr id="9" name="Freeform 5">
            <a:extLst>
              <a:ext uri="{FF2B5EF4-FFF2-40B4-BE49-F238E27FC236}">
                <a16:creationId xmlns:a16="http://schemas.microsoft.com/office/drawing/2014/main" id="{B098395E-CC87-4510-85C0-2CBFC92E12C1}"/>
              </a:ext>
            </a:extLst>
          </p:cNvPr>
          <p:cNvSpPr/>
          <p:nvPr userDrawn="1"/>
        </p:nvSpPr>
        <p:spPr>
          <a:xfrm rot="18901695">
            <a:off x="-3058985" y="2987250"/>
            <a:ext cx="6399177" cy="171125"/>
          </a:xfrm>
          <a:custGeom>
            <a:avLst/>
            <a:gdLst/>
            <a:ahLst/>
            <a:cxnLst/>
            <a:rect l="l" t="t" r="r" b="b"/>
            <a:pathLst>
              <a:path w="9512725" h="224846">
                <a:moveTo>
                  <a:pt x="0" y="0"/>
                </a:moveTo>
                <a:lnTo>
                  <a:pt x="9512725" y="0"/>
                </a:lnTo>
                <a:lnTo>
                  <a:pt x="9512725" y="224847"/>
                </a:lnTo>
                <a:lnTo>
                  <a:pt x="0" y="2248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5" name="Freeform 8">
            <a:extLst>
              <a:ext uri="{FF2B5EF4-FFF2-40B4-BE49-F238E27FC236}">
                <a16:creationId xmlns:a16="http://schemas.microsoft.com/office/drawing/2014/main" id="{FA80135D-34D2-42C8-9DEB-2DE79E11189E}"/>
              </a:ext>
            </a:extLst>
          </p:cNvPr>
          <p:cNvSpPr/>
          <p:nvPr userDrawn="1"/>
        </p:nvSpPr>
        <p:spPr>
          <a:xfrm>
            <a:off x="7219484"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7" name="Freeform 8">
            <a:extLst>
              <a:ext uri="{FF2B5EF4-FFF2-40B4-BE49-F238E27FC236}">
                <a16:creationId xmlns:a16="http://schemas.microsoft.com/office/drawing/2014/main" id="{D70783E3-7BA7-40D0-8553-0639889FD488}"/>
              </a:ext>
            </a:extLst>
          </p:cNvPr>
          <p:cNvSpPr/>
          <p:nvPr userDrawn="1"/>
        </p:nvSpPr>
        <p:spPr>
          <a:xfrm>
            <a:off x="6945441" y="6425947"/>
            <a:ext cx="257358" cy="257358"/>
          </a:xfrm>
          <a:custGeom>
            <a:avLst/>
            <a:gdLst/>
            <a:ahLst/>
            <a:cxnLst/>
            <a:rect l="l" t="t" r="r" b="b"/>
            <a:pathLst>
              <a:path w="959718" h="959718">
                <a:moveTo>
                  <a:pt x="0" y="0"/>
                </a:moveTo>
                <a:lnTo>
                  <a:pt x="959719" y="0"/>
                </a:lnTo>
                <a:lnTo>
                  <a:pt x="959719" y="959718"/>
                </a:lnTo>
                <a:lnTo>
                  <a:pt x="0" y="9597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cxnSp>
        <p:nvCxnSpPr>
          <p:cNvPr id="28" name="Straight Connector 27">
            <a:extLst>
              <a:ext uri="{FF2B5EF4-FFF2-40B4-BE49-F238E27FC236}">
                <a16:creationId xmlns:a16="http://schemas.microsoft.com/office/drawing/2014/main" id="{2D66B626-04DF-4FCE-A0B0-1FFA60D92B96}"/>
              </a:ext>
            </a:extLst>
          </p:cNvPr>
          <p:cNvCxnSpPr>
            <a:cxnSpLocks/>
          </p:cNvCxnSpPr>
          <p:nvPr userDrawn="1"/>
        </p:nvCxnSpPr>
        <p:spPr>
          <a:xfrm flipV="1">
            <a:off x="5377406" y="6370594"/>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708541B-3178-43B7-8031-9903F963FF70}"/>
              </a:ext>
            </a:extLst>
          </p:cNvPr>
          <p:cNvCxnSpPr>
            <a:cxnSpLocks/>
          </p:cNvCxnSpPr>
          <p:nvPr userDrawn="1"/>
        </p:nvCxnSpPr>
        <p:spPr>
          <a:xfrm flipV="1">
            <a:off x="6812832" y="6356350"/>
            <a:ext cx="0" cy="36512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0" name="Google Shape;16;p2">
            <a:extLst>
              <a:ext uri="{FF2B5EF4-FFF2-40B4-BE49-F238E27FC236}">
                <a16:creationId xmlns:a16="http://schemas.microsoft.com/office/drawing/2014/main" id="{A58BDD0A-43B4-4AA9-A4FC-9ED23EA8927D}"/>
              </a:ext>
            </a:extLst>
          </p:cNvPr>
          <p:cNvPicPr preferRelativeResize="0"/>
          <p:nvPr userDrawn="1"/>
        </p:nvPicPr>
        <p:blipFill rotWithShape="1">
          <a:blip r:embed="rId9">
            <a:alphaModFix/>
          </a:blip>
          <a:srcRect/>
          <a:stretch/>
        </p:blipFill>
        <p:spPr>
          <a:xfrm>
            <a:off x="7239932" y="6446293"/>
            <a:ext cx="217593" cy="217593"/>
          </a:xfrm>
          <a:prstGeom prst="rect">
            <a:avLst/>
          </a:prstGeom>
          <a:noFill/>
          <a:ln>
            <a:noFill/>
          </a:ln>
        </p:spPr>
      </p:pic>
      <p:pic>
        <p:nvPicPr>
          <p:cNvPr id="31" name="Google Shape;18;p2">
            <a:extLst>
              <a:ext uri="{FF2B5EF4-FFF2-40B4-BE49-F238E27FC236}">
                <a16:creationId xmlns:a16="http://schemas.microsoft.com/office/drawing/2014/main" id="{E57C662B-66F6-4767-8A77-B90016E55F6F}"/>
              </a:ext>
            </a:extLst>
          </p:cNvPr>
          <p:cNvPicPr preferRelativeResize="0"/>
          <p:nvPr userDrawn="1"/>
        </p:nvPicPr>
        <p:blipFill rotWithShape="1">
          <a:blip r:embed="rId10">
            <a:alphaModFix/>
          </a:blip>
          <a:srcRect/>
          <a:stretch/>
        </p:blipFill>
        <p:spPr>
          <a:xfrm>
            <a:off x="6967530" y="6446293"/>
            <a:ext cx="217593" cy="217593"/>
          </a:xfrm>
          <a:prstGeom prst="rect">
            <a:avLst/>
          </a:prstGeom>
          <a:noFill/>
          <a:ln>
            <a:noFill/>
          </a:ln>
        </p:spPr>
      </p:pic>
      <p:pic>
        <p:nvPicPr>
          <p:cNvPr id="32" name="Picture 31">
            <a:extLst>
              <a:ext uri="{FF2B5EF4-FFF2-40B4-BE49-F238E27FC236}">
                <a16:creationId xmlns:a16="http://schemas.microsoft.com/office/drawing/2014/main" id="{A2F71106-B3BC-4A86-9FD4-AE50CFEBE5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49" y="6386478"/>
            <a:ext cx="799481" cy="320752"/>
          </a:xfrm>
          <a:prstGeom prst="rect">
            <a:avLst/>
          </a:prstGeom>
        </p:spPr>
      </p:pic>
      <p:sp>
        <p:nvSpPr>
          <p:cNvPr id="33" name="Footer Placeholder 4">
            <a:extLst>
              <a:ext uri="{FF2B5EF4-FFF2-40B4-BE49-F238E27FC236}">
                <a16:creationId xmlns:a16="http://schemas.microsoft.com/office/drawing/2014/main" id="{329626AC-B762-44A1-8BE5-AA2EE5333E44}"/>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uFill>
                  <a:noFill/>
                </a:uFill>
                <a:latin typeface="Manrope SemiBold"/>
                <a:ea typeface="Manrope SemiBold"/>
                <a:cs typeface="Manrope SemiBold"/>
                <a:sym typeface="Manrope SemiBold"/>
                <a:hlinkClick r:id="rId11">
                  <a:extLst>
                    <a:ext uri="{A12FA001-AC4F-418D-AE19-62706E023703}">
                      <ahyp:hlinkClr xmlns:ahyp="http://schemas.microsoft.com/office/drawing/2018/hyperlinkcolor" val="tx"/>
                    </a:ext>
                  </a:extLst>
                </a:hlinkClick>
              </a:rPr>
              <a:t>ai4realnet.eu</a:t>
            </a:r>
            <a:endParaRPr lang="en-GB">
              <a:latin typeface="Manrope SemiBold"/>
              <a:ea typeface="Manrope SemiBold"/>
              <a:cs typeface="Manrope SemiBold"/>
              <a:sym typeface="Manrope SemiBold"/>
            </a:endParaRPr>
          </a:p>
        </p:txBody>
      </p:sp>
      <p:pic>
        <p:nvPicPr>
          <p:cNvPr id="3" name="Picture 2">
            <a:extLst>
              <a:ext uri="{FF2B5EF4-FFF2-40B4-BE49-F238E27FC236}">
                <a16:creationId xmlns:a16="http://schemas.microsoft.com/office/drawing/2014/main" id="{29045075-2D00-4DFD-AFDD-4DECB3DA1FC3}"/>
              </a:ext>
            </a:extLst>
          </p:cNvPr>
          <p:cNvPicPr>
            <a:picLocks noChangeAspect="1"/>
          </p:cNvPicPr>
          <p:nvPr userDrawn="1"/>
        </p:nvPicPr>
        <p:blipFill rotWithShape="1">
          <a:blip r:embed="rId12">
            <a:extLst>
              <a:ext uri="{28A0092B-C50C-407E-A947-70E740481C1C}">
                <a14:useLocalDpi xmlns:a14="http://schemas.microsoft.com/office/drawing/2010/main" val="0"/>
              </a:ext>
            </a:extLst>
          </a:blip>
          <a:srcRect l="553" t="-5178" r="21068" b="12300"/>
          <a:stretch/>
        </p:blipFill>
        <p:spPr>
          <a:xfrm>
            <a:off x="5898834" y="1603387"/>
            <a:ext cx="6293162" cy="5254613"/>
          </a:xfrm>
          <a:prstGeom prst="rect">
            <a:avLst/>
          </a:prstGeom>
        </p:spPr>
      </p:pic>
    </p:spTree>
    <p:extLst>
      <p:ext uri="{BB962C8B-B14F-4D97-AF65-F5344CB8AC3E}">
        <p14:creationId xmlns:p14="http://schemas.microsoft.com/office/powerpoint/2010/main" val="4018226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0">
              <a:srgbClr val="ED1C24"/>
            </a:gs>
            <a:gs pos="97863">
              <a:schemeClr val="bg2">
                <a:lumMod val="10000"/>
              </a:schemeClr>
            </a:gs>
            <a:gs pos="65000">
              <a:srgbClr val="08045D"/>
            </a:gs>
          </a:gsLst>
          <a:lin ang="12000000" scaled="0"/>
        </a:gra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165E7FC-4447-4479-B903-BC99B1F8B354}"/>
              </a:ext>
            </a:extLst>
          </p:cNvPr>
          <p:cNvSpPr>
            <a:spLocks noGrp="1"/>
          </p:cNvSpPr>
          <p:nvPr>
            <p:ph type="sldNum" sz="quarter" idx="12"/>
          </p:nvPr>
        </p:nvSpPr>
        <p:spPr/>
        <p:txBody>
          <a:bodyPr/>
          <a:lstStyle>
            <a:lvl1pPr>
              <a:defRPr>
                <a:solidFill>
                  <a:schemeClr val="bg1"/>
                </a:solidFill>
              </a:defRPr>
            </a:lvl1pPr>
          </a:lstStyle>
          <a:p>
            <a:fld id="{765E4D28-99AA-4BFA-B940-DC80441FB929}" type="slidenum">
              <a:rPr lang="pt-PT" smtClean="0"/>
              <a:pPr/>
              <a:t>‹#›</a:t>
            </a:fld>
            <a:endParaRPr lang="pt-PT"/>
          </a:p>
        </p:txBody>
      </p:sp>
      <p:cxnSp>
        <p:nvCxnSpPr>
          <p:cNvPr id="62" name="Straight Connector 61">
            <a:extLst>
              <a:ext uri="{FF2B5EF4-FFF2-40B4-BE49-F238E27FC236}">
                <a16:creationId xmlns:a16="http://schemas.microsoft.com/office/drawing/2014/main" id="{DFCCBF2B-7BBD-430B-9823-7D207D64FAAC}"/>
              </a:ext>
            </a:extLst>
          </p:cNvPr>
          <p:cNvCxnSpPr/>
          <p:nvPr userDrawn="1"/>
        </p:nvCxnSpPr>
        <p:spPr>
          <a:xfrm>
            <a:off x="838200" y="6247784"/>
            <a:ext cx="10515600" cy="0"/>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9" name="Picture 68">
            <a:extLst>
              <a:ext uri="{FF2B5EF4-FFF2-40B4-BE49-F238E27FC236}">
                <a16:creationId xmlns:a16="http://schemas.microsoft.com/office/drawing/2014/main" id="{36BB4893-9919-4DC9-8F1A-9B97BB75B5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7050" y="6370594"/>
            <a:ext cx="839544" cy="336636"/>
          </a:xfrm>
          <a:prstGeom prst="rect">
            <a:avLst/>
          </a:prstGeom>
        </p:spPr>
      </p:pic>
      <p:cxnSp>
        <p:nvCxnSpPr>
          <p:cNvPr id="70" name="Straight Connector 69">
            <a:extLst>
              <a:ext uri="{FF2B5EF4-FFF2-40B4-BE49-F238E27FC236}">
                <a16:creationId xmlns:a16="http://schemas.microsoft.com/office/drawing/2014/main" id="{32060EBA-2A14-4D28-A3B4-240F867399C2}"/>
              </a:ext>
            </a:extLst>
          </p:cNvPr>
          <p:cNvCxnSpPr>
            <a:cxnSpLocks/>
          </p:cNvCxnSpPr>
          <p:nvPr userDrawn="1"/>
        </p:nvCxnSpPr>
        <p:spPr>
          <a:xfrm flipV="1">
            <a:off x="5377406" y="6370594"/>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E356DB28-AF5A-4A9B-8BFD-AA444F03FF57}"/>
              </a:ext>
            </a:extLst>
          </p:cNvPr>
          <p:cNvCxnSpPr>
            <a:cxnSpLocks/>
          </p:cNvCxnSpPr>
          <p:nvPr userDrawn="1"/>
        </p:nvCxnSpPr>
        <p:spPr>
          <a:xfrm flipV="1">
            <a:off x="6812832" y="6356350"/>
            <a:ext cx="0" cy="365125"/>
          </a:xfrm>
          <a:prstGeom prst="line">
            <a:avLst/>
          </a:prstGeom>
          <a:ln w="6350"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77" name="Google Shape;16;p2">
            <a:extLst>
              <a:ext uri="{FF2B5EF4-FFF2-40B4-BE49-F238E27FC236}">
                <a16:creationId xmlns:a16="http://schemas.microsoft.com/office/drawing/2014/main" id="{59ECDB14-4E70-4736-8324-F39047562E42}"/>
              </a:ext>
            </a:extLst>
          </p:cNvPr>
          <p:cNvPicPr preferRelativeResize="0"/>
          <p:nvPr userDrawn="1"/>
        </p:nvPicPr>
        <p:blipFill rotWithShape="1">
          <a:blip r:embed="rId3">
            <a:alphaModFix/>
          </a:blip>
          <a:srcRect/>
          <a:stretch/>
        </p:blipFill>
        <p:spPr>
          <a:xfrm>
            <a:off x="7239932" y="6446293"/>
            <a:ext cx="217593" cy="217593"/>
          </a:xfrm>
          <a:prstGeom prst="rect">
            <a:avLst/>
          </a:prstGeom>
          <a:noFill/>
          <a:ln>
            <a:noFill/>
          </a:ln>
        </p:spPr>
      </p:pic>
      <p:pic>
        <p:nvPicPr>
          <p:cNvPr id="78" name="Google Shape;18;p2">
            <a:extLst>
              <a:ext uri="{FF2B5EF4-FFF2-40B4-BE49-F238E27FC236}">
                <a16:creationId xmlns:a16="http://schemas.microsoft.com/office/drawing/2014/main" id="{1761311C-B9EC-4B84-9F1F-A3DC9547C65E}"/>
              </a:ext>
            </a:extLst>
          </p:cNvPr>
          <p:cNvPicPr preferRelativeResize="0"/>
          <p:nvPr userDrawn="1"/>
        </p:nvPicPr>
        <p:blipFill rotWithShape="1">
          <a:blip r:embed="rId4">
            <a:alphaModFix/>
          </a:blip>
          <a:srcRect/>
          <a:stretch/>
        </p:blipFill>
        <p:spPr>
          <a:xfrm>
            <a:off x="6965161" y="6446293"/>
            <a:ext cx="217593" cy="217593"/>
          </a:xfrm>
          <a:prstGeom prst="rect">
            <a:avLst/>
          </a:prstGeom>
          <a:noFill/>
          <a:ln>
            <a:noFill/>
          </a:ln>
        </p:spPr>
      </p:pic>
      <p:sp>
        <p:nvSpPr>
          <p:cNvPr id="51" name="Footer Placeholder 4">
            <a:extLst>
              <a:ext uri="{FF2B5EF4-FFF2-40B4-BE49-F238E27FC236}">
                <a16:creationId xmlns:a16="http://schemas.microsoft.com/office/drawing/2014/main" id="{BAC2B077-9FD8-4B95-A060-F2838E190CA9}"/>
              </a:ext>
            </a:extLst>
          </p:cNvPr>
          <p:cNvSpPr txBox="1">
            <a:spLocks/>
          </p:cNvSpPr>
          <p:nvPr userDrawn="1"/>
        </p:nvSpPr>
        <p:spPr>
          <a:xfrm>
            <a:off x="5470457" y="6356350"/>
            <a:ext cx="1285193"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rgbClr val="08045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bg1"/>
                </a:solidFill>
                <a:uFill>
                  <a:noFill/>
                </a:uFill>
                <a:latin typeface="Manrope SemiBold"/>
                <a:ea typeface="Manrope SemiBold"/>
                <a:cs typeface="Manrope SemiBold"/>
                <a:sym typeface="Manrope SemiBold"/>
                <a:hlinkClick r:id="rId5">
                  <a:extLst>
                    <a:ext uri="{A12FA001-AC4F-418D-AE19-62706E023703}">
                      <ahyp:hlinkClr xmlns:ahyp="http://schemas.microsoft.com/office/drawing/2018/hyperlinkcolor" val="tx"/>
                    </a:ext>
                  </a:extLst>
                </a:hlinkClick>
              </a:rPr>
              <a:t>ai4realnet.eu</a:t>
            </a:r>
            <a:endParaRPr lang="en-GB" b="1">
              <a:solidFill>
                <a:schemeClr val="bg1"/>
              </a:solidFill>
              <a:latin typeface="Manrope SemiBold"/>
              <a:ea typeface="Manrope SemiBold"/>
              <a:cs typeface="Manrope SemiBold"/>
              <a:sym typeface="Manrope SemiBold"/>
            </a:endParaRPr>
          </a:p>
        </p:txBody>
      </p:sp>
      <p:grpSp>
        <p:nvGrpSpPr>
          <p:cNvPr id="3" name="Group 2">
            <a:extLst>
              <a:ext uri="{FF2B5EF4-FFF2-40B4-BE49-F238E27FC236}">
                <a16:creationId xmlns:a16="http://schemas.microsoft.com/office/drawing/2014/main" id="{0E35509C-E45E-4519-B94E-9C96414C75F6}"/>
              </a:ext>
            </a:extLst>
          </p:cNvPr>
          <p:cNvGrpSpPr/>
          <p:nvPr userDrawn="1"/>
        </p:nvGrpSpPr>
        <p:grpSpPr>
          <a:xfrm>
            <a:off x="3019910" y="1831969"/>
            <a:ext cx="6427498" cy="2632617"/>
            <a:chOff x="3035862" y="994349"/>
            <a:chExt cx="6427498" cy="2632617"/>
          </a:xfrm>
        </p:grpSpPr>
        <p:sp>
          <p:nvSpPr>
            <p:cNvPr id="96" name="Freeform 2">
              <a:extLst>
                <a:ext uri="{FF2B5EF4-FFF2-40B4-BE49-F238E27FC236}">
                  <a16:creationId xmlns:a16="http://schemas.microsoft.com/office/drawing/2014/main" id="{CF140A45-D50B-40F8-A27F-118737AEB98B}"/>
                </a:ext>
              </a:extLst>
            </p:cNvPr>
            <p:cNvSpPr/>
            <p:nvPr userDrawn="1"/>
          </p:nvSpPr>
          <p:spPr>
            <a:xfrm>
              <a:off x="3035862" y="2561529"/>
              <a:ext cx="5892883" cy="139287"/>
            </a:xfrm>
            <a:custGeom>
              <a:avLst/>
              <a:gdLst/>
              <a:ahLst/>
              <a:cxnLst/>
              <a:rect l="l" t="t" r="r" b="b"/>
              <a:pathLst>
                <a:path w="12832964" h="303325">
                  <a:moveTo>
                    <a:pt x="0" y="0"/>
                  </a:moveTo>
                  <a:lnTo>
                    <a:pt x="12832964" y="0"/>
                  </a:lnTo>
                  <a:lnTo>
                    <a:pt x="12832964" y="303325"/>
                  </a:lnTo>
                  <a:lnTo>
                    <a:pt x="0" y="3033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3">
              <a:extLst>
                <a:ext uri="{FF2B5EF4-FFF2-40B4-BE49-F238E27FC236}">
                  <a16:creationId xmlns:a16="http://schemas.microsoft.com/office/drawing/2014/main" id="{659F5F31-E541-4BC7-A139-E531A43B66A7}"/>
                </a:ext>
              </a:extLst>
            </p:cNvPr>
            <p:cNvSpPr/>
            <p:nvPr userDrawn="1"/>
          </p:nvSpPr>
          <p:spPr>
            <a:xfrm>
              <a:off x="4506704" y="994349"/>
              <a:ext cx="2832841" cy="1135897"/>
            </a:xfrm>
            <a:custGeom>
              <a:avLst/>
              <a:gdLst/>
              <a:ahLst/>
              <a:cxnLst/>
              <a:rect l="l" t="t" r="r" b="b"/>
              <a:pathLst>
                <a:path w="2031934" h="814754">
                  <a:moveTo>
                    <a:pt x="0" y="0"/>
                  </a:moveTo>
                  <a:lnTo>
                    <a:pt x="2031935" y="0"/>
                  </a:lnTo>
                  <a:lnTo>
                    <a:pt x="2031935" y="814754"/>
                  </a:lnTo>
                  <a:lnTo>
                    <a:pt x="0" y="814754"/>
                  </a:lnTo>
                  <a:lnTo>
                    <a:pt x="0" y="0"/>
                  </a:lnTo>
                  <a:close/>
                </a:path>
              </a:pathLst>
            </a:custGeom>
            <a:blipFill>
              <a:blip r:embed="rId8"/>
              <a:stretch>
                <a:fillRect/>
              </a:stretch>
            </a:blipFill>
          </p:spPr>
          <p:txBody>
            <a:bodyPr/>
            <a:lstStyle/>
            <a:p>
              <a:endParaRPr lang="en-US"/>
            </a:p>
          </p:txBody>
        </p:sp>
        <p:sp>
          <p:nvSpPr>
            <p:cNvPr id="52" name="Google Shape;25;p3">
              <a:extLst>
                <a:ext uri="{FF2B5EF4-FFF2-40B4-BE49-F238E27FC236}">
                  <a16:creationId xmlns:a16="http://schemas.microsoft.com/office/drawing/2014/main" id="{65C655A5-4BA6-43D5-B043-7640163C0704}"/>
                </a:ext>
              </a:extLst>
            </p:cNvPr>
            <p:cNvSpPr txBox="1"/>
            <p:nvPr userDrawn="1"/>
          </p:nvSpPr>
          <p:spPr>
            <a:xfrm>
              <a:off x="4373107" y="2888302"/>
              <a:ext cx="5090253" cy="738664"/>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None/>
              </a:pPr>
              <a:r>
                <a:rPr lang="en-GB" sz="1600">
                  <a:solidFill>
                    <a:schemeClr val="bg1"/>
                  </a:solidFill>
                  <a:latin typeface="Manrope Medium"/>
                  <a:ea typeface="Manrope Medium"/>
                  <a:cs typeface="Manrope Medium"/>
                  <a:sym typeface="Manrope Medium"/>
                </a:rPr>
                <a:t>AI4REALNET has received funding from </a:t>
              </a:r>
              <a:r>
                <a:rPr lang="en-GB" sz="1600" u="sng">
                  <a:solidFill>
                    <a:schemeClr val="bg1"/>
                  </a:solidFill>
                  <a:latin typeface="Manrope Medium"/>
                  <a:ea typeface="Manrope Medium"/>
                  <a:cs typeface="Manrope Medium"/>
                  <a:sym typeface="Manrope Medium"/>
                  <a:hlinkClick r:id="rId9">
                    <a:extLst>
                      <a:ext uri="{A12FA001-AC4F-418D-AE19-62706E023703}">
                        <ahyp:hlinkClr xmlns:ahyp="http://schemas.microsoft.com/office/drawing/2018/hyperlinkcolor" val="tx"/>
                      </a:ext>
                    </a:extLst>
                  </a:hlinkClick>
                </a:rPr>
                <a:t>European Union’s Horizon Europe</a:t>
              </a:r>
              <a:r>
                <a:rPr lang="en-GB" sz="1600" u="sng">
                  <a:solidFill>
                    <a:schemeClr val="bg1"/>
                  </a:solidFill>
                  <a:latin typeface="Manrope Medium"/>
                  <a:ea typeface="Manrope Medium"/>
                  <a:cs typeface="Manrope Medium"/>
                  <a:sym typeface="Manrope Medium"/>
                </a:rPr>
                <a:t> </a:t>
              </a:r>
              <a:r>
                <a:rPr lang="en-GB" sz="1600" u="sng">
                  <a:solidFill>
                    <a:schemeClr val="bg1"/>
                  </a:solidFill>
                  <a:latin typeface="Manrope Medium"/>
                  <a:ea typeface="Manrope Medium"/>
                  <a:cs typeface="Manrope Medium"/>
                  <a:sym typeface="Manrope Medium"/>
                  <a:hlinkClick r:id="rId9">
                    <a:extLst>
                      <a:ext uri="{A12FA001-AC4F-418D-AE19-62706E023703}">
                        <ahyp:hlinkClr xmlns:ahyp="http://schemas.microsoft.com/office/drawing/2018/hyperlinkcolor" val="tx"/>
                      </a:ext>
                    </a:extLst>
                  </a:hlinkClick>
                </a:rPr>
                <a:t>Research and Innovation programme</a:t>
              </a:r>
              <a:r>
                <a:rPr lang="en-GB" sz="1600">
                  <a:solidFill>
                    <a:schemeClr val="bg1"/>
                  </a:solidFill>
                  <a:latin typeface="Manrope Medium"/>
                  <a:ea typeface="Manrope Medium"/>
                  <a:cs typeface="Manrope Medium"/>
                  <a:sym typeface="Manrope Medium"/>
                </a:rPr>
                <a:t> under the Grant Agreement No 101119527</a:t>
              </a:r>
            </a:p>
          </p:txBody>
        </p:sp>
        <p:pic>
          <p:nvPicPr>
            <p:cNvPr id="53" name="Google Shape;68;p3">
              <a:extLst>
                <a:ext uri="{FF2B5EF4-FFF2-40B4-BE49-F238E27FC236}">
                  <a16:creationId xmlns:a16="http://schemas.microsoft.com/office/drawing/2014/main" id="{53DDB3EA-A5FF-4B77-820A-BC7319DA483B}"/>
                </a:ext>
              </a:extLst>
            </p:cNvPr>
            <p:cNvPicPr preferRelativeResize="0"/>
            <p:nvPr userDrawn="1"/>
          </p:nvPicPr>
          <p:blipFill>
            <a:blip r:embed="rId10">
              <a:alphaModFix/>
            </a:blip>
            <a:stretch>
              <a:fillRect/>
            </a:stretch>
          </p:blipFill>
          <p:spPr>
            <a:xfrm>
              <a:off x="3039483" y="2870521"/>
              <a:ext cx="1101258" cy="744063"/>
            </a:xfrm>
            <a:prstGeom prst="rect">
              <a:avLst/>
            </a:prstGeom>
            <a:noFill/>
            <a:ln>
              <a:noFill/>
            </a:ln>
          </p:spPr>
        </p:pic>
      </p:grpSp>
      <p:sp>
        <p:nvSpPr>
          <p:cNvPr id="2" name="Rectangle 1">
            <a:extLst>
              <a:ext uri="{FF2B5EF4-FFF2-40B4-BE49-F238E27FC236}">
                <a16:creationId xmlns:a16="http://schemas.microsoft.com/office/drawing/2014/main" id="{CF1B8098-0903-454E-9DD9-3572E7569C2F}"/>
              </a:ext>
            </a:extLst>
          </p:cNvPr>
          <p:cNvSpPr/>
          <p:nvPr userDrawn="1"/>
        </p:nvSpPr>
        <p:spPr>
          <a:xfrm>
            <a:off x="2996813" y="4689258"/>
            <a:ext cx="6096000" cy="646331"/>
          </a:xfrm>
          <a:prstGeom prst="rect">
            <a:avLst/>
          </a:prstGeom>
        </p:spPr>
        <p:txBody>
          <a:bodyPr>
            <a:spAutoFit/>
          </a:bodyPr>
          <a:lstStyle/>
          <a:p>
            <a:pPr algn="l"/>
            <a:r>
              <a:rPr lang="en-US" sz="1200" b="0" i="0">
                <a:solidFill>
                  <a:schemeClr val="bg1"/>
                </a:solidFill>
                <a:effectLst/>
                <a:latin typeface="+mj-lt"/>
              </a:rPr>
              <a:t>Funded by the European Union. Views and opinions expressed are however those of the author(s) only and do not necessarily reflect those of the European Union. Neither the European Union nor the granting authority can be held responsible for them.</a:t>
            </a:r>
          </a:p>
        </p:txBody>
      </p:sp>
      <p:pic>
        <p:nvPicPr>
          <p:cNvPr id="5" name="Picture 4">
            <a:extLst>
              <a:ext uri="{FF2B5EF4-FFF2-40B4-BE49-F238E27FC236}">
                <a16:creationId xmlns:a16="http://schemas.microsoft.com/office/drawing/2014/main" id="{86C3FAB1-0D01-46C6-ADF6-138CF9B2A1A1}"/>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l="16227" t="11667"/>
          <a:stretch/>
        </p:blipFill>
        <p:spPr>
          <a:xfrm>
            <a:off x="-1" y="-1"/>
            <a:ext cx="6726277" cy="4997531"/>
          </a:xfrm>
          <a:prstGeom prst="rect">
            <a:avLst/>
          </a:prstGeom>
        </p:spPr>
      </p:pic>
      <p:pic>
        <p:nvPicPr>
          <p:cNvPr id="54" name="Picture 53">
            <a:extLst>
              <a:ext uri="{FF2B5EF4-FFF2-40B4-BE49-F238E27FC236}">
                <a16:creationId xmlns:a16="http://schemas.microsoft.com/office/drawing/2014/main" id="{3924F5EF-12AA-4C02-902B-88E933FEC080}"/>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l="16227" t="11667"/>
          <a:stretch/>
        </p:blipFill>
        <p:spPr>
          <a:xfrm rot="10800000">
            <a:off x="5465723" y="1831969"/>
            <a:ext cx="6726277" cy="4997531"/>
          </a:xfrm>
          <a:prstGeom prst="rect">
            <a:avLst/>
          </a:prstGeom>
        </p:spPr>
      </p:pic>
    </p:spTree>
    <p:extLst>
      <p:ext uri="{BB962C8B-B14F-4D97-AF65-F5344CB8AC3E}">
        <p14:creationId xmlns:p14="http://schemas.microsoft.com/office/powerpoint/2010/main" val="120294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8EBB9-AB83-4DFA-8FFD-8976FCB27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PT"/>
          </a:p>
        </p:txBody>
      </p:sp>
      <p:sp>
        <p:nvSpPr>
          <p:cNvPr id="3" name="Text Placeholder 2">
            <a:extLst>
              <a:ext uri="{FF2B5EF4-FFF2-40B4-BE49-F238E27FC236}">
                <a16:creationId xmlns:a16="http://schemas.microsoft.com/office/drawing/2014/main" id="{5106AD08-CD6D-45AF-BDBC-51ADE8131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4CF355C3-6604-484F-8647-4FA499139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F1DC6-EAE1-4388-AADE-D441CE8D7AF0}" type="datetimeFigureOut">
              <a:rPr lang="pt-PT" smtClean="0"/>
              <a:t>13/02/2026</a:t>
            </a:fld>
            <a:endParaRPr lang="pt-PT"/>
          </a:p>
        </p:txBody>
      </p:sp>
      <p:sp>
        <p:nvSpPr>
          <p:cNvPr id="5" name="Footer Placeholder 4">
            <a:extLst>
              <a:ext uri="{FF2B5EF4-FFF2-40B4-BE49-F238E27FC236}">
                <a16:creationId xmlns:a16="http://schemas.microsoft.com/office/drawing/2014/main" id="{715EA108-073B-4F05-B2DE-0F838D5D2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PT"/>
          </a:p>
        </p:txBody>
      </p:sp>
      <p:sp>
        <p:nvSpPr>
          <p:cNvPr id="6" name="Slide Number Placeholder 5">
            <a:extLst>
              <a:ext uri="{FF2B5EF4-FFF2-40B4-BE49-F238E27FC236}">
                <a16:creationId xmlns:a16="http://schemas.microsoft.com/office/drawing/2014/main" id="{696C9CC3-DCAB-44D9-AC66-E99DC24DBC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5E4D28-99AA-4BFA-B940-DC80441FB929}" type="slidenum">
              <a:rPr lang="pt-PT" smtClean="0"/>
              <a:t>‹#›</a:t>
            </a:fld>
            <a:endParaRPr lang="pt-PT"/>
          </a:p>
        </p:txBody>
      </p:sp>
    </p:spTree>
    <p:extLst>
      <p:ext uri="{BB962C8B-B14F-4D97-AF65-F5344CB8AC3E}">
        <p14:creationId xmlns:p14="http://schemas.microsoft.com/office/powerpoint/2010/main" val="3191892081"/>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1" r:id="rId3"/>
    <p:sldLayoutId id="2147483650" r:id="rId4"/>
    <p:sldLayoutId id="2147483652" r:id="rId5"/>
    <p:sldLayoutId id="2147483654" r:id="rId6"/>
    <p:sldLayoutId id="2147483655" r:id="rId7"/>
    <p:sldLayoutId id="2147483660"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1.sv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github.com/AI4REALNET/T2.3_explainability_dashboard"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082D-D985-4C01-85B3-4B6430839188}"/>
              </a:ext>
            </a:extLst>
          </p:cNvPr>
          <p:cNvSpPr>
            <a:spLocks noGrp="1"/>
          </p:cNvSpPr>
          <p:nvPr>
            <p:ph type="ctrTitle"/>
          </p:nvPr>
        </p:nvSpPr>
        <p:spPr/>
        <p:txBody>
          <a:bodyPr>
            <a:normAutofit/>
          </a:bodyPr>
          <a:lstStyle/>
          <a:p>
            <a:r>
              <a:rPr lang="en-US" noProof="0" dirty="0"/>
              <a:t>Explainability Dashboard</a:t>
            </a:r>
          </a:p>
        </p:txBody>
      </p:sp>
      <p:sp>
        <p:nvSpPr>
          <p:cNvPr id="3" name="Subtitle 2">
            <a:extLst>
              <a:ext uri="{FF2B5EF4-FFF2-40B4-BE49-F238E27FC236}">
                <a16:creationId xmlns:a16="http://schemas.microsoft.com/office/drawing/2014/main" id="{9777AB45-0625-4B62-83AA-FF7B35B74B7D}"/>
              </a:ext>
            </a:extLst>
          </p:cNvPr>
          <p:cNvSpPr>
            <a:spLocks noGrp="1"/>
          </p:cNvSpPr>
          <p:nvPr>
            <p:ph type="subTitle" idx="1"/>
          </p:nvPr>
        </p:nvSpPr>
        <p:spPr/>
        <p:txBody>
          <a:bodyPr/>
          <a:lstStyle/>
          <a:p>
            <a:r>
              <a:rPr lang="en-US" noProof="0" dirty="0"/>
              <a:t>Task 2.3.1 – Explainable and safe AI</a:t>
            </a:r>
          </a:p>
        </p:txBody>
      </p:sp>
      <p:sp>
        <p:nvSpPr>
          <p:cNvPr id="4" name="Text Placeholder 3">
            <a:extLst>
              <a:ext uri="{FF2B5EF4-FFF2-40B4-BE49-F238E27FC236}">
                <a16:creationId xmlns:a16="http://schemas.microsoft.com/office/drawing/2014/main" id="{3BF82468-3F32-4079-8F9D-83BBCC220EF7}"/>
              </a:ext>
            </a:extLst>
          </p:cNvPr>
          <p:cNvSpPr>
            <a:spLocks noGrp="1"/>
          </p:cNvSpPr>
          <p:nvPr>
            <p:ph type="body" sz="quarter" idx="13"/>
          </p:nvPr>
        </p:nvSpPr>
        <p:spPr/>
        <p:txBody>
          <a:bodyPr/>
          <a:lstStyle/>
          <a:p>
            <a:r>
              <a:rPr lang="en-US" noProof="0" dirty="0"/>
              <a:t>IRT SystemX</a:t>
            </a:r>
          </a:p>
        </p:txBody>
      </p:sp>
    </p:spTree>
    <p:extLst>
      <p:ext uri="{BB962C8B-B14F-4D97-AF65-F5344CB8AC3E}">
        <p14:creationId xmlns:p14="http://schemas.microsoft.com/office/powerpoint/2010/main" val="2273910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6AAB-4A73-4920-9729-2AAC899A1F84}"/>
              </a:ext>
            </a:extLst>
          </p:cNvPr>
          <p:cNvSpPr>
            <a:spLocks noGrp="1"/>
          </p:cNvSpPr>
          <p:nvPr>
            <p:ph type="ctrTitle"/>
          </p:nvPr>
        </p:nvSpPr>
        <p:spPr/>
        <p:txBody>
          <a:bodyPr/>
          <a:lstStyle/>
          <a:p>
            <a:r>
              <a:rPr lang="en-US" noProof="0" dirty="0"/>
              <a:t>Outline </a:t>
            </a:r>
          </a:p>
        </p:txBody>
      </p:sp>
      <p:sp>
        <p:nvSpPr>
          <p:cNvPr id="3" name="Text Placeholder 2">
            <a:extLst>
              <a:ext uri="{FF2B5EF4-FFF2-40B4-BE49-F238E27FC236}">
                <a16:creationId xmlns:a16="http://schemas.microsoft.com/office/drawing/2014/main" id="{95A07442-3070-4C0E-8644-2E28412B2768}"/>
              </a:ext>
            </a:extLst>
          </p:cNvPr>
          <p:cNvSpPr>
            <a:spLocks noGrp="1"/>
          </p:cNvSpPr>
          <p:nvPr>
            <p:ph type="body" sz="quarter" idx="13"/>
          </p:nvPr>
        </p:nvSpPr>
        <p:spPr/>
        <p:txBody>
          <a:bodyPr/>
          <a:lstStyle/>
          <a:p>
            <a:pPr>
              <a:lnSpc>
                <a:spcPct val="150000"/>
              </a:lnSpc>
            </a:pPr>
            <a:r>
              <a:rPr lang="en-US" noProof="0" dirty="0"/>
              <a:t>Context</a:t>
            </a:r>
          </a:p>
          <a:p>
            <a:pPr>
              <a:lnSpc>
                <a:spcPct val="150000"/>
              </a:lnSpc>
            </a:pPr>
            <a:r>
              <a:rPr lang="en-US" noProof="0" dirty="0"/>
              <a:t>Methodology</a:t>
            </a:r>
          </a:p>
          <a:p>
            <a:pPr>
              <a:lnSpc>
                <a:spcPct val="150000"/>
              </a:lnSpc>
            </a:pPr>
            <a:r>
              <a:rPr lang="en-US" noProof="0" dirty="0"/>
              <a:t>Original Contribution</a:t>
            </a:r>
          </a:p>
          <a:p>
            <a:pPr>
              <a:lnSpc>
                <a:spcPct val="150000"/>
              </a:lnSpc>
            </a:pPr>
            <a:r>
              <a:rPr lang="en-US" noProof="0" dirty="0"/>
              <a:t>Overview of code structure</a:t>
            </a:r>
          </a:p>
          <a:p>
            <a:pPr>
              <a:lnSpc>
                <a:spcPct val="150000"/>
              </a:lnSpc>
            </a:pPr>
            <a:r>
              <a:rPr lang="en-US" noProof="0" dirty="0"/>
              <a:t>Experiments</a:t>
            </a:r>
          </a:p>
          <a:p>
            <a:endParaRPr lang="en-US" noProof="0" dirty="0"/>
          </a:p>
        </p:txBody>
      </p:sp>
    </p:spTree>
    <p:extLst>
      <p:ext uri="{BB962C8B-B14F-4D97-AF65-F5344CB8AC3E}">
        <p14:creationId xmlns:p14="http://schemas.microsoft.com/office/powerpoint/2010/main" val="2550756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8"/>
          <p:cNvSpPr txBox="1"/>
          <p:nvPr/>
        </p:nvSpPr>
        <p:spPr>
          <a:xfrm>
            <a:off x="742200" y="557775"/>
            <a:ext cx="10707600" cy="786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US" noProof="0" dirty="0">
              <a:latin typeface="Calibri"/>
              <a:ea typeface="Calibri"/>
              <a:cs typeface="Calibri"/>
              <a:sym typeface="Calibri"/>
            </a:endParaRPr>
          </a:p>
        </p:txBody>
      </p:sp>
      <p:pic>
        <p:nvPicPr>
          <p:cNvPr id="501" name="Google Shape;501;p38"/>
          <p:cNvPicPr preferRelativeResize="0"/>
          <p:nvPr/>
        </p:nvPicPr>
        <p:blipFill>
          <a:blip r:embed="rId3">
            <a:alphaModFix/>
          </a:blip>
          <a:stretch>
            <a:fillRect/>
          </a:stretch>
        </p:blipFill>
        <p:spPr>
          <a:xfrm>
            <a:off x="703325" y="234600"/>
            <a:ext cx="10785352" cy="702275"/>
          </a:xfrm>
          <a:prstGeom prst="rect">
            <a:avLst/>
          </a:prstGeom>
          <a:noFill/>
          <a:ln>
            <a:noFill/>
          </a:ln>
        </p:spPr>
      </p:pic>
      <p:sp>
        <p:nvSpPr>
          <p:cNvPr id="502" name="Google Shape;502;p38"/>
          <p:cNvSpPr txBox="1">
            <a:spLocks noGrp="1"/>
          </p:cNvSpPr>
          <p:nvPr>
            <p:ph type="title"/>
          </p:nvPr>
        </p:nvSpPr>
        <p:spPr>
          <a:xfrm>
            <a:off x="838200" y="169353"/>
            <a:ext cx="10515600" cy="72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noProof="0" dirty="0"/>
              <a:t>Context</a:t>
            </a:r>
          </a:p>
        </p:txBody>
      </p:sp>
      <p:sp>
        <p:nvSpPr>
          <p:cNvPr id="503" name="Google Shape;503;p38"/>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noProof="0" smtClean="0"/>
              <a:t>3</a:t>
            </a:fld>
            <a:endParaRPr lang="en-US" noProof="0" dirty="0"/>
          </a:p>
        </p:txBody>
      </p:sp>
      <p:sp>
        <p:nvSpPr>
          <p:cNvPr id="504" name="Google Shape;504;p38"/>
          <p:cNvSpPr txBox="1"/>
          <p:nvPr/>
        </p:nvSpPr>
        <p:spPr>
          <a:xfrm>
            <a:off x="1196875" y="1581400"/>
            <a:ext cx="102918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noProof="0" dirty="0">
                <a:solidFill>
                  <a:schemeClr val="dk1"/>
                </a:solidFill>
                <a:latin typeface="Calibri"/>
                <a:ea typeface="Calibri"/>
                <a:cs typeface="Calibri"/>
                <a:sym typeface="Calibri"/>
              </a:rPr>
              <a:t>Explainability dashboard </a:t>
            </a:r>
            <a:r>
              <a:rPr lang="en-US" sz="2200" noProof="0" dirty="0">
                <a:solidFill>
                  <a:schemeClr val="dk1"/>
                </a:solidFill>
                <a:latin typeface="Calibri"/>
                <a:ea typeface="Calibri"/>
                <a:cs typeface="Calibri"/>
                <a:sym typeface="Calibri"/>
              </a:rPr>
              <a:t>provides a set of statistical measures and visualizations to make the AI agent decisions explainable,</a:t>
            </a:r>
            <a:r>
              <a:rPr lang="en-US" sz="2200" dirty="0">
                <a:solidFill>
                  <a:schemeClr val="dk1"/>
                </a:solidFill>
                <a:latin typeface="Calibri"/>
                <a:ea typeface="Calibri"/>
                <a:cs typeface="Calibri"/>
                <a:sym typeface="Calibri"/>
              </a:rPr>
              <a:t> while providing guidance to user to ensure the safety.</a:t>
            </a:r>
            <a:endParaRPr lang="en-US" noProof="0" dirty="0"/>
          </a:p>
        </p:txBody>
      </p:sp>
      <p:cxnSp>
        <p:nvCxnSpPr>
          <p:cNvPr id="505" name="Google Shape;505;p38"/>
          <p:cNvCxnSpPr/>
          <p:nvPr/>
        </p:nvCxnSpPr>
        <p:spPr>
          <a:xfrm>
            <a:off x="1026375" y="1651525"/>
            <a:ext cx="0" cy="839700"/>
          </a:xfrm>
          <a:prstGeom prst="straightConnector1">
            <a:avLst/>
          </a:prstGeom>
          <a:noFill/>
          <a:ln w="28575" cap="flat" cmpd="sng">
            <a:solidFill>
              <a:schemeClr val="dk2"/>
            </a:solidFill>
            <a:prstDash val="solid"/>
            <a:round/>
            <a:headEnd type="none" w="med" len="med"/>
            <a:tailEnd type="none" w="med" len="med"/>
          </a:ln>
        </p:spPr>
      </p:cxnSp>
      <p:sp>
        <p:nvSpPr>
          <p:cNvPr id="506" name="Google Shape;506;p38"/>
          <p:cNvSpPr txBox="1"/>
          <p:nvPr/>
        </p:nvSpPr>
        <p:spPr>
          <a:xfrm>
            <a:off x="1196862" y="3027675"/>
            <a:ext cx="10467907" cy="1292631"/>
          </a:xfrm>
          <a:prstGeom prst="rect">
            <a:avLst/>
          </a:prstGeom>
          <a:noFill/>
          <a:ln>
            <a:noFill/>
          </a:ln>
        </p:spPr>
        <p:txBody>
          <a:bodyPr spcFirstLastPara="1" wrap="square" lIns="91425" tIns="91425" rIns="91425" bIns="91425" anchor="t" anchorCtr="0">
            <a:spAutoFit/>
          </a:bodyPr>
          <a:lstStyle/>
          <a:p>
            <a:pPr lvl="0"/>
            <a:r>
              <a:rPr lang="en-US" sz="2400" dirty="0"/>
              <a:t>This dashboard supports understanding by connecting the recommendations to expert knowledge and complementing them with statistical analysis, visualizations, and brief explanations.</a:t>
            </a:r>
            <a:endParaRPr lang="en-US" noProof="0" dirty="0">
              <a:latin typeface="Calibri"/>
              <a:ea typeface="Calibri"/>
              <a:cs typeface="Calibri"/>
              <a:sym typeface="Calibri"/>
            </a:endParaRPr>
          </a:p>
        </p:txBody>
      </p:sp>
      <p:cxnSp>
        <p:nvCxnSpPr>
          <p:cNvPr id="507" name="Google Shape;507;p38"/>
          <p:cNvCxnSpPr/>
          <p:nvPr/>
        </p:nvCxnSpPr>
        <p:spPr>
          <a:xfrm>
            <a:off x="1026363" y="3097800"/>
            <a:ext cx="0" cy="839700"/>
          </a:xfrm>
          <a:prstGeom prst="straightConnector1">
            <a:avLst/>
          </a:prstGeom>
          <a:noFill/>
          <a:ln w="28575" cap="flat" cmpd="sng">
            <a:solidFill>
              <a:schemeClr val="dk2"/>
            </a:solidFill>
            <a:prstDash val="solid"/>
            <a:round/>
            <a:headEnd type="none" w="med" len="med"/>
            <a:tailEnd type="none" w="med" len="med"/>
          </a:ln>
        </p:spPr>
      </p:cxnSp>
      <p:sp>
        <p:nvSpPr>
          <p:cNvPr id="508" name="Google Shape;508;p38"/>
          <p:cNvSpPr txBox="1"/>
          <p:nvPr/>
        </p:nvSpPr>
        <p:spPr>
          <a:xfrm>
            <a:off x="1196863" y="4685406"/>
            <a:ext cx="10291800" cy="1600408"/>
          </a:xfrm>
          <a:prstGeom prst="rect">
            <a:avLst/>
          </a:prstGeom>
          <a:noFill/>
          <a:ln>
            <a:noFill/>
          </a:ln>
        </p:spPr>
        <p:txBody>
          <a:bodyPr spcFirstLastPara="1" wrap="square" lIns="91425" tIns="91425" rIns="91425" bIns="91425" anchor="t" anchorCtr="0">
            <a:spAutoFit/>
          </a:bodyPr>
          <a:lstStyle/>
          <a:p>
            <a:pPr lvl="0"/>
            <a:r>
              <a:rPr lang="en-US" sz="2200" noProof="0" dirty="0">
                <a:solidFill>
                  <a:schemeClr val="dk1"/>
                </a:solidFill>
                <a:latin typeface="Calibri"/>
                <a:ea typeface="Calibri"/>
                <a:cs typeface="Calibri"/>
                <a:sym typeface="Calibri"/>
              </a:rPr>
              <a:t>This implementation is specific to Power Grid domain and power grid assistant use case. </a:t>
            </a:r>
            <a:r>
              <a:rPr lang="en-US" sz="2400" dirty="0"/>
              <a:t>It serves as a companion tool for the AI agents developed in Task 2.1 (knowledge-assisted AI)</a:t>
            </a:r>
            <a:r>
              <a:rPr lang="en-US" sz="2200" dirty="0">
                <a:solidFill>
                  <a:schemeClr val="dk1"/>
                </a:solidFill>
                <a:ea typeface="Calibri"/>
                <a:cs typeface="Calibri"/>
                <a:sym typeface="Calibri"/>
              </a:rPr>
              <a:t>.</a:t>
            </a:r>
            <a:r>
              <a:rPr lang="en-US" sz="2200" noProof="0" dirty="0">
                <a:solidFill>
                  <a:schemeClr val="dk1"/>
                </a:solidFill>
                <a:latin typeface="Calibri"/>
                <a:ea typeface="Calibri"/>
                <a:cs typeface="Calibri"/>
                <a:sym typeface="Calibri"/>
              </a:rPr>
              <a:t> In this use case, AI assistant supports human operators in decision-making and managing power grid congestion by suggesting remedial actions.</a:t>
            </a:r>
            <a:endParaRPr lang="en-US" noProof="0" dirty="0">
              <a:latin typeface="Calibri"/>
              <a:ea typeface="Calibri"/>
              <a:cs typeface="Calibri"/>
              <a:sym typeface="Calibri"/>
            </a:endParaRPr>
          </a:p>
        </p:txBody>
      </p:sp>
      <p:cxnSp>
        <p:nvCxnSpPr>
          <p:cNvPr id="509" name="Google Shape;509;p38"/>
          <p:cNvCxnSpPr/>
          <p:nvPr/>
        </p:nvCxnSpPr>
        <p:spPr>
          <a:xfrm>
            <a:off x="1026363" y="4755531"/>
            <a:ext cx="0" cy="1110300"/>
          </a:xfrm>
          <a:prstGeom prst="straightConnector1">
            <a:avLst/>
          </a:prstGeom>
          <a:noFill/>
          <a:ln w="28575" cap="flat" cmpd="sng">
            <a:solidFill>
              <a:schemeClr val="dk2"/>
            </a:solidFill>
            <a:prstDash val="solid"/>
            <a:round/>
            <a:headEnd type="none" w="med" len="med"/>
            <a:tailEnd type="none" w="med" len="med"/>
          </a:ln>
        </p:spPr>
      </p:cxnSp>
      <p:sp>
        <p:nvSpPr>
          <p:cNvPr id="510" name="Google Shape;510;p38"/>
          <p:cNvSpPr/>
          <p:nvPr/>
        </p:nvSpPr>
        <p:spPr>
          <a:xfrm>
            <a:off x="848975" y="1242400"/>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Definition</a:t>
            </a:r>
          </a:p>
        </p:txBody>
      </p:sp>
      <p:sp>
        <p:nvSpPr>
          <p:cNvPr id="511" name="Google Shape;511;p38"/>
          <p:cNvSpPr/>
          <p:nvPr/>
        </p:nvSpPr>
        <p:spPr>
          <a:xfrm>
            <a:off x="848975" y="2673950"/>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Motivation</a:t>
            </a:r>
          </a:p>
        </p:txBody>
      </p:sp>
      <p:sp>
        <p:nvSpPr>
          <p:cNvPr id="512" name="Google Shape;512;p38"/>
          <p:cNvSpPr/>
          <p:nvPr/>
        </p:nvSpPr>
        <p:spPr>
          <a:xfrm>
            <a:off x="848975" y="4320306"/>
            <a:ext cx="1620300" cy="3651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noProof="0" dirty="0">
                <a:solidFill>
                  <a:schemeClr val="lt1"/>
                </a:solidFill>
                <a:latin typeface="Calibri"/>
                <a:ea typeface="Calibri"/>
                <a:cs typeface="Calibri"/>
                <a:sym typeface="Calibri"/>
              </a:rPr>
              <a:t>Use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9"/>
          <p:cNvSpPr txBox="1"/>
          <p:nvPr/>
        </p:nvSpPr>
        <p:spPr>
          <a:xfrm>
            <a:off x="742200" y="557775"/>
            <a:ext cx="10707600" cy="786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US" noProof="0" dirty="0">
              <a:latin typeface="Calibri"/>
              <a:ea typeface="Calibri"/>
              <a:cs typeface="Calibri"/>
              <a:sym typeface="Calibri"/>
            </a:endParaRPr>
          </a:p>
        </p:txBody>
      </p:sp>
      <p:pic>
        <p:nvPicPr>
          <p:cNvPr id="518" name="Google Shape;518;p39"/>
          <p:cNvPicPr preferRelativeResize="0"/>
          <p:nvPr/>
        </p:nvPicPr>
        <p:blipFill>
          <a:blip r:embed="rId3">
            <a:alphaModFix/>
          </a:blip>
          <a:stretch>
            <a:fillRect/>
          </a:stretch>
        </p:blipFill>
        <p:spPr>
          <a:xfrm>
            <a:off x="703325" y="234600"/>
            <a:ext cx="10785352" cy="702275"/>
          </a:xfrm>
          <a:prstGeom prst="rect">
            <a:avLst/>
          </a:prstGeom>
          <a:noFill/>
          <a:ln>
            <a:noFill/>
          </a:ln>
        </p:spPr>
      </p:pic>
      <p:sp>
        <p:nvSpPr>
          <p:cNvPr id="519" name="Google Shape;519;p39"/>
          <p:cNvSpPr txBox="1">
            <a:spLocks noGrp="1"/>
          </p:cNvSpPr>
          <p:nvPr>
            <p:ph type="title"/>
          </p:nvPr>
        </p:nvSpPr>
        <p:spPr>
          <a:xfrm>
            <a:off x="838200" y="169353"/>
            <a:ext cx="10515600" cy="7230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noProof="0" dirty="0"/>
              <a:t>Methodology</a:t>
            </a:r>
          </a:p>
        </p:txBody>
      </p:sp>
      <p:sp>
        <p:nvSpPr>
          <p:cNvPr id="520" name="Google Shape;520;p39"/>
          <p:cNvSpPr txBox="1">
            <a:spLocks noGrp="1"/>
          </p:cNvSpPr>
          <p:nvPr>
            <p:ph type="sldNum" idx="12"/>
          </p:nvPr>
        </p:nvSpPr>
        <p:spPr>
          <a:xfrm>
            <a:off x="7887801" y="6398315"/>
            <a:ext cx="4304199" cy="365100"/>
          </a:xfrm>
          <a:prstGeom prst="rect">
            <a:avLst/>
          </a:prstGeom>
        </p:spPr>
        <p:txBody>
          <a:bodyPr spcFirstLastPara="1" wrap="square" lIns="91425" tIns="45700" rIns="91425" bIns="45700" anchor="ctr" anchorCtr="0">
            <a:noAutofit/>
          </a:bodyPr>
          <a:lstStyle/>
          <a:p>
            <a:pPr lvl="0" algn="l">
              <a:buClr>
                <a:srgbClr val="000000"/>
              </a:buClr>
            </a:pPr>
            <a:r>
              <a:rPr lang="en-US" sz="1800" noProof="0" dirty="0">
                <a:solidFill>
                  <a:schemeClr val="tx1"/>
                </a:solidFill>
              </a:rPr>
              <a:t>https://github.com/marota/ExpertOp4Grid</a:t>
            </a:r>
          </a:p>
        </p:txBody>
      </p:sp>
      <p:sp>
        <p:nvSpPr>
          <p:cNvPr id="521" name="Google Shape;521;p39"/>
          <p:cNvSpPr txBox="1">
            <a:spLocks noGrp="1"/>
          </p:cNvSpPr>
          <p:nvPr>
            <p:ph type="body" idx="4294967295"/>
          </p:nvPr>
        </p:nvSpPr>
        <p:spPr>
          <a:xfrm>
            <a:off x="838200" y="1232125"/>
            <a:ext cx="10515600" cy="840000"/>
          </a:xfrm>
          <a:prstGeom prst="rect">
            <a:avLst/>
          </a:prstGeom>
          <a:noFill/>
          <a:ln>
            <a:noFill/>
          </a:ln>
        </p:spPr>
        <p:txBody>
          <a:bodyPr spcFirstLastPara="1" wrap="square" lIns="91425" tIns="45700" rIns="91425" bIns="45700" anchor="t" anchorCtr="0">
            <a:normAutofit/>
          </a:bodyPr>
          <a:lstStyle/>
          <a:p>
            <a:pPr lvl="0">
              <a:spcBef>
                <a:spcPts val="0"/>
              </a:spcBef>
              <a:buSzPts val="2000"/>
            </a:pPr>
            <a:r>
              <a:rPr lang="en-US" sz="2000" b="1" noProof="0" dirty="0"/>
              <a:t>Main idea</a:t>
            </a:r>
            <a:r>
              <a:rPr lang="en-US" sz="2000" noProof="0" dirty="0"/>
              <a:t> = </a:t>
            </a:r>
            <a:r>
              <a:rPr lang="en-US" sz="2000" dirty="0"/>
              <a:t>leverage expert knowledge (using the ExpertOp4Grid package [1]) to explain and monitor the decisions made by AI agents and measure their relevance.</a:t>
            </a:r>
            <a:endParaRPr lang="en-US" noProof="0" dirty="0"/>
          </a:p>
        </p:txBody>
      </p:sp>
      <p:grpSp>
        <p:nvGrpSpPr>
          <p:cNvPr id="522" name="Google Shape;522;p39"/>
          <p:cNvGrpSpPr/>
          <p:nvPr/>
        </p:nvGrpSpPr>
        <p:grpSpPr>
          <a:xfrm>
            <a:off x="1306809" y="2223818"/>
            <a:ext cx="2636100" cy="1410600"/>
            <a:chOff x="1029729" y="3295134"/>
            <a:chExt cx="2636100" cy="1410600"/>
          </a:xfrm>
        </p:grpSpPr>
        <p:sp>
          <p:nvSpPr>
            <p:cNvPr id="523" name="Google Shape;523;p39"/>
            <p:cNvSpPr/>
            <p:nvPr/>
          </p:nvSpPr>
          <p:spPr>
            <a:xfrm>
              <a:off x="1029729" y="3295134"/>
              <a:ext cx="2636100" cy="141060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24" name="Google Shape;524;p39"/>
            <p:cNvSpPr txBox="1"/>
            <p:nvPr/>
          </p:nvSpPr>
          <p:spPr>
            <a:xfrm>
              <a:off x="1305802" y="3398107"/>
              <a:ext cx="2083954"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noProof="0" dirty="0">
                  <a:solidFill>
                    <a:schemeClr val="dk1"/>
                  </a:solidFill>
                  <a:latin typeface="Calibri"/>
                  <a:ea typeface="Calibri"/>
                  <a:cs typeface="Calibri"/>
                  <a:sym typeface="Calibri"/>
                </a:rPr>
                <a:t>AI agents </a:t>
              </a:r>
              <a:r>
                <a:rPr lang="fr-FR" noProof="0" dirty="0" err="1">
                  <a:solidFill>
                    <a:schemeClr val="dk1"/>
                  </a:solidFill>
                  <a:latin typeface="Calibri"/>
                  <a:ea typeface="Calibri"/>
                  <a:cs typeface="Calibri"/>
                  <a:sym typeface="Calibri"/>
                </a:rPr>
                <a:t>providing</a:t>
              </a:r>
              <a:r>
                <a:rPr lang="fr-FR" noProof="0" dirty="0">
                  <a:solidFill>
                    <a:schemeClr val="dk1"/>
                  </a:solidFill>
                  <a:latin typeface="Calibri"/>
                  <a:ea typeface="Calibri"/>
                  <a:cs typeface="Calibri"/>
                  <a:sym typeface="Calibri"/>
                </a:rPr>
                <a:t> </a:t>
              </a:r>
              <a:r>
                <a:rPr lang="fr-FR" noProof="0" dirty="0" err="1">
                  <a:solidFill>
                    <a:schemeClr val="dk1"/>
                  </a:solidFill>
                  <a:latin typeface="Calibri"/>
                  <a:ea typeface="Calibri"/>
                  <a:cs typeface="Calibri"/>
                  <a:sym typeface="Calibri"/>
                </a:rPr>
                <a:t>recommendaitons</a:t>
              </a:r>
              <a:r>
                <a:rPr lang="fr-FR" noProof="0" dirty="0">
                  <a:solidFill>
                    <a:schemeClr val="dk1"/>
                  </a:solidFill>
                  <a:latin typeface="Calibri"/>
                  <a:ea typeface="Calibri"/>
                  <a:cs typeface="Calibri"/>
                  <a:sym typeface="Calibri"/>
                </a:rPr>
                <a:t> and a scenario</a:t>
              </a:r>
              <a:endParaRPr lang="fr-FR" dirty="0">
                <a:solidFill>
                  <a:schemeClr val="dk1"/>
                </a:solidFill>
                <a:latin typeface="Calibri"/>
                <a:ea typeface="Calibri"/>
                <a:cs typeface="Calibri"/>
                <a:sym typeface="Calibri"/>
              </a:endParaRPr>
            </a:p>
            <a:p>
              <a:pPr marL="0" marR="0" lvl="0" indent="0" algn="ctr" rtl="0">
                <a:spcBef>
                  <a:spcPts val="0"/>
                </a:spcBef>
                <a:spcAft>
                  <a:spcPts val="0"/>
                </a:spcAft>
                <a:buNone/>
              </a:pPr>
              <a:endParaRPr lang="en-US" noProof="0" dirty="0">
                <a:solidFill>
                  <a:schemeClr val="dk1"/>
                </a:solidFill>
              </a:endParaRPr>
            </a:p>
          </p:txBody>
        </p:sp>
      </p:grpSp>
      <p:grpSp>
        <p:nvGrpSpPr>
          <p:cNvPr id="525" name="Google Shape;525;p39"/>
          <p:cNvGrpSpPr/>
          <p:nvPr/>
        </p:nvGrpSpPr>
        <p:grpSpPr>
          <a:xfrm>
            <a:off x="4612242" y="2223818"/>
            <a:ext cx="2636100" cy="1410600"/>
            <a:chOff x="3933567" y="3315728"/>
            <a:chExt cx="2636100" cy="1410600"/>
          </a:xfrm>
        </p:grpSpPr>
        <p:sp>
          <p:nvSpPr>
            <p:cNvPr id="526" name="Google Shape;526;p39"/>
            <p:cNvSpPr/>
            <p:nvPr/>
          </p:nvSpPr>
          <p:spPr>
            <a:xfrm>
              <a:off x="3933567" y="3315728"/>
              <a:ext cx="2636100" cy="141060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27" name="Google Shape;527;p39"/>
            <p:cNvSpPr txBox="1"/>
            <p:nvPr/>
          </p:nvSpPr>
          <p:spPr>
            <a:xfrm>
              <a:off x="4067437" y="3401121"/>
              <a:ext cx="2388954"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noProof="0" dirty="0">
                  <a:solidFill>
                    <a:schemeClr val="dk1"/>
                  </a:solidFill>
                  <a:latin typeface="Calibri"/>
                  <a:ea typeface="Calibri"/>
                  <a:cs typeface="Calibri"/>
                  <a:sym typeface="Calibri"/>
                </a:rPr>
                <a:t>Explainability panel provides guidance towards the relevance of the actions</a:t>
              </a:r>
            </a:p>
          </p:txBody>
        </p:sp>
      </p:grpSp>
      <p:sp>
        <p:nvSpPr>
          <p:cNvPr id="528" name="Google Shape;528;p39"/>
          <p:cNvSpPr txBox="1"/>
          <p:nvPr/>
        </p:nvSpPr>
        <p:spPr>
          <a:xfrm>
            <a:off x="4468079" y="4001476"/>
            <a:ext cx="2996400"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noProof="0" dirty="0">
                <a:solidFill>
                  <a:schemeClr val="dk1"/>
                </a:solidFill>
                <a:latin typeface="Calibri"/>
                <a:ea typeface="Calibri"/>
                <a:cs typeface="Calibri"/>
                <a:sym typeface="Calibri"/>
              </a:rPr>
              <a:t>An AI agent recommends the actions to reduce the overload and maintain stability</a:t>
            </a:r>
            <a:endParaRPr lang="en-US" noProof="0" dirty="0">
              <a:solidFill>
                <a:schemeClr val="dk1"/>
              </a:solidFill>
            </a:endParaRPr>
          </a:p>
        </p:txBody>
      </p:sp>
      <p:grpSp>
        <p:nvGrpSpPr>
          <p:cNvPr id="529" name="Google Shape;529;p39"/>
          <p:cNvGrpSpPr/>
          <p:nvPr/>
        </p:nvGrpSpPr>
        <p:grpSpPr>
          <a:xfrm>
            <a:off x="7903522" y="2223817"/>
            <a:ext cx="2705596" cy="1410600"/>
            <a:chOff x="7070387" y="3326025"/>
            <a:chExt cx="2705596" cy="1410600"/>
          </a:xfrm>
        </p:grpSpPr>
        <p:sp>
          <p:nvSpPr>
            <p:cNvPr id="530" name="Google Shape;530;p39"/>
            <p:cNvSpPr/>
            <p:nvPr/>
          </p:nvSpPr>
          <p:spPr>
            <a:xfrm>
              <a:off x="7105134" y="3326025"/>
              <a:ext cx="2636100" cy="1410600"/>
            </a:xfrm>
            <a:prstGeom prst="roundRect">
              <a:avLst>
                <a:gd name="adj" fmla="val 16667"/>
              </a:avLst>
            </a:prstGeom>
            <a:solidFill>
              <a:schemeClr val="l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31" name="Google Shape;531;p39"/>
            <p:cNvSpPr txBox="1"/>
            <p:nvPr/>
          </p:nvSpPr>
          <p:spPr>
            <a:xfrm>
              <a:off x="7070387" y="3428998"/>
              <a:ext cx="2705596" cy="1200288"/>
            </a:xfrm>
            <a:prstGeom prst="rect">
              <a:avLst/>
            </a:prstGeom>
            <a:noFill/>
            <a:ln>
              <a:noFill/>
            </a:ln>
          </p:spPr>
          <p:txBody>
            <a:bodyPr spcFirstLastPara="1" wrap="square" lIns="91425" tIns="45700" rIns="91425" bIns="45700" anchor="t" anchorCtr="0">
              <a:spAutoFit/>
            </a:bodyPr>
            <a:lstStyle/>
            <a:p>
              <a:pPr algn="ctr"/>
              <a:r>
                <a:rPr lang="en-US" dirty="0"/>
                <a:t>Human operators can build trust in the AI agents by monitoring their performance in operation</a:t>
              </a:r>
            </a:p>
          </p:txBody>
        </p:sp>
      </p:grpSp>
      <p:sp>
        <p:nvSpPr>
          <p:cNvPr id="532" name="Google Shape;532;p39"/>
          <p:cNvSpPr/>
          <p:nvPr/>
        </p:nvSpPr>
        <p:spPr>
          <a:xfrm>
            <a:off x="4128268" y="2882846"/>
            <a:ext cx="298500" cy="82500"/>
          </a:xfrm>
          <a:prstGeom prst="rightArrow">
            <a:avLst>
              <a:gd name="adj1" fmla="val 50000"/>
              <a:gd name="adj2" fmla="val 50000"/>
            </a:avLst>
          </a:prstGeom>
          <a:solidFill>
            <a:schemeClr val="accen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33" name="Google Shape;533;p39"/>
          <p:cNvSpPr/>
          <p:nvPr/>
        </p:nvSpPr>
        <p:spPr>
          <a:xfrm>
            <a:off x="7464592" y="2882846"/>
            <a:ext cx="298500" cy="82500"/>
          </a:xfrm>
          <a:prstGeom prst="rightArrow">
            <a:avLst>
              <a:gd name="adj1" fmla="val 50000"/>
              <a:gd name="adj2" fmla="val 50000"/>
            </a:avLst>
          </a:prstGeom>
          <a:solidFill>
            <a:schemeClr val="accent1"/>
          </a:solidFill>
          <a:ln w="12700" cap="flat" cmpd="sng">
            <a:solidFill>
              <a:srgbClr val="640B0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34" name="Google Shape;534;p39"/>
          <p:cNvSpPr/>
          <p:nvPr/>
        </p:nvSpPr>
        <p:spPr>
          <a:xfrm>
            <a:off x="5904037" y="3574481"/>
            <a:ext cx="150600" cy="420600"/>
          </a:xfrm>
          <a:prstGeom prst="upDownArrow">
            <a:avLst>
              <a:gd name="adj1" fmla="val 50000"/>
              <a:gd name="adj2" fmla="val 50000"/>
            </a:avLst>
          </a:prstGeom>
          <a:solidFill>
            <a:schemeClr val="dk2"/>
          </a:solidFill>
          <a:ln w="127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Calibri"/>
              <a:ea typeface="Calibri"/>
              <a:cs typeface="Calibri"/>
              <a:sym typeface="Calibri"/>
            </a:endParaRPr>
          </a:p>
        </p:txBody>
      </p:sp>
      <p:sp>
        <p:nvSpPr>
          <p:cNvPr id="535" name="Google Shape;535;p39"/>
          <p:cNvSpPr txBox="1">
            <a:spLocks noGrp="1"/>
          </p:cNvSpPr>
          <p:nvPr>
            <p:ph type="body" idx="4294967295"/>
          </p:nvPr>
        </p:nvSpPr>
        <p:spPr>
          <a:xfrm>
            <a:off x="838200" y="5174413"/>
            <a:ext cx="10515600" cy="840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000"/>
              <a:buChar char="•"/>
            </a:pPr>
            <a:r>
              <a:rPr lang="en-US" sz="2000" b="1" noProof="0" dirty="0"/>
              <a:t>Preliminary experiments</a:t>
            </a:r>
            <a:r>
              <a:rPr lang="en-US" sz="2000" noProof="0" dirty="0"/>
              <a:t> on Power Grids, but could easily be extended to other </a:t>
            </a:r>
            <a:r>
              <a:rPr lang="en-US" sz="2000" noProof="0" dirty="0" err="1"/>
              <a:t>doamins</a:t>
            </a:r>
            <a:r>
              <a:rPr lang="en-US" sz="2000" noProof="0" dirty="0"/>
              <a:t> if the expert knowledge is available</a:t>
            </a:r>
            <a:endParaRPr lang="en-US" noProof="0" dirty="0"/>
          </a:p>
        </p:txBody>
      </p:sp>
      <p:sp>
        <p:nvSpPr>
          <p:cNvPr id="3" name="TextBox 2">
            <a:extLst>
              <a:ext uri="{FF2B5EF4-FFF2-40B4-BE49-F238E27FC236}">
                <a16:creationId xmlns:a16="http://schemas.microsoft.com/office/drawing/2014/main" id="{17C5D50F-5876-A35A-1E5F-3CC152530E78}"/>
              </a:ext>
            </a:extLst>
          </p:cNvPr>
          <p:cNvSpPr txBox="1"/>
          <p:nvPr/>
        </p:nvSpPr>
        <p:spPr>
          <a:xfrm>
            <a:off x="7586985" y="6393887"/>
            <a:ext cx="513306" cy="369332"/>
          </a:xfrm>
          <a:prstGeom prst="rect">
            <a:avLst/>
          </a:prstGeom>
          <a:noFill/>
        </p:spPr>
        <p:txBody>
          <a:bodyPr wrap="square">
            <a:spAutoFit/>
          </a:bodyPr>
          <a:lstStyle/>
          <a:p>
            <a:r>
              <a:rPr lang="en-US" noProof="0" dirty="0"/>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ADBC-491F-0BFD-D2F7-286000947A5D}"/>
              </a:ext>
            </a:extLst>
          </p:cNvPr>
          <p:cNvSpPr>
            <a:spLocks noGrp="1"/>
          </p:cNvSpPr>
          <p:nvPr>
            <p:ph type="title"/>
          </p:nvPr>
        </p:nvSpPr>
        <p:spPr/>
        <p:txBody>
          <a:bodyPr/>
          <a:lstStyle/>
          <a:p>
            <a:r>
              <a:rPr lang="en-US" noProof="0" dirty="0"/>
              <a:t>Schematic representation of the panel</a:t>
            </a:r>
          </a:p>
        </p:txBody>
      </p:sp>
      <p:pic>
        <p:nvPicPr>
          <p:cNvPr id="5" name="Picture 4">
            <a:extLst>
              <a:ext uri="{FF2B5EF4-FFF2-40B4-BE49-F238E27FC236}">
                <a16:creationId xmlns:a16="http://schemas.microsoft.com/office/drawing/2014/main" id="{E9B46E58-D29E-EBDB-03FB-8E612D817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6189" y="1962056"/>
            <a:ext cx="7455301" cy="4186652"/>
          </a:xfrm>
          <a:prstGeom prst="rect">
            <a:avLst/>
          </a:prstGeom>
        </p:spPr>
      </p:pic>
      <p:sp>
        <p:nvSpPr>
          <p:cNvPr id="6" name="Google Shape;521;p39">
            <a:extLst>
              <a:ext uri="{FF2B5EF4-FFF2-40B4-BE49-F238E27FC236}">
                <a16:creationId xmlns:a16="http://schemas.microsoft.com/office/drawing/2014/main" id="{D21504D7-110D-E410-E75E-C57AC5875E7D}"/>
              </a:ext>
            </a:extLst>
          </p:cNvPr>
          <p:cNvSpPr txBox="1">
            <a:spLocks/>
          </p:cNvSpPr>
          <p:nvPr/>
        </p:nvSpPr>
        <p:spPr>
          <a:xfrm>
            <a:off x="371485" y="1669175"/>
            <a:ext cx="4134703" cy="4479533"/>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ts val="2000"/>
            </a:pPr>
            <a:r>
              <a:rPr lang="en-US" sz="1600" b="1" dirty="0"/>
              <a:t>Main idea</a:t>
            </a:r>
            <a:r>
              <a:rPr lang="en-US" sz="1600" dirty="0"/>
              <a:t> = Monitor the AI recommendation </a:t>
            </a:r>
          </a:p>
          <a:p>
            <a:pPr marL="0" indent="0">
              <a:lnSpc>
                <a:spcPct val="150000"/>
              </a:lnSpc>
              <a:spcBef>
                <a:spcPts val="0"/>
              </a:spcBef>
              <a:buSzPts val="2000"/>
              <a:buNone/>
            </a:pPr>
            <a:r>
              <a:rPr lang="en-US" sz="1600" dirty="0"/>
              <a:t> </a:t>
            </a:r>
          </a:p>
          <a:p>
            <a:pPr marL="457200" lvl="1" indent="0">
              <a:lnSpc>
                <a:spcPct val="150000"/>
              </a:lnSpc>
              <a:spcBef>
                <a:spcPts val="0"/>
              </a:spcBef>
              <a:buSzPts val="2000"/>
              <a:buNone/>
            </a:pPr>
            <a:r>
              <a:rPr lang="en-US" sz="1400" dirty="0"/>
              <a:t>            </a:t>
            </a:r>
            <a:r>
              <a:rPr lang="en-US" sz="1400" i="1" dirty="0"/>
              <a:t>AI Agent</a:t>
            </a:r>
            <a:r>
              <a:rPr lang="en-US" sz="1400" dirty="0"/>
              <a:t>: focus the exploration phase of an RL agent on specific zones of a power grid </a:t>
            </a:r>
          </a:p>
          <a:p>
            <a:pPr marL="457200" lvl="1" indent="0">
              <a:lnSpc>
                <a:spcPct val="150000"/>
              </a:lnSpc>
              <a:spcBef>
                <a:spcPts val="0"/>
              </a:spcBef>
              <a:buSzPts val="2000"/>
              <a:buNone/>
            </a:pPr>
            <a:endParaRPr lang="en-US" sz="1400" dirty="0"/>
          </a:p>
          <a:p>
            <a:pPr marL="457200" lvl="1" indent="0">
              <a:lnSpc>
                <a:spcPct val="150000"/>
              </a:lnSpc>
              <a:spcBef>
                <a:spcPts val="0"/>
              </a:spcBef>
              <a:buSzPts val="2000"/>
              <a:buNone/>
            </a:pPr>
            <a:r>
              <a:rPr lang="en-US" sz="1400" dirty="0"/>
              <a:t>            </a:t>
            </a:r>
            <a:r>
              <a:rPr lang="en-US" sz="1400" i="1" dirty="0"/>
              <a:t>AI Agent</a:t>
            </a:r>
            <a:r>
              <a:rPr lang="en-US" sz="1400" dirty="0"/>
              <a:t>: reduce the action space to most relevant ones and improve the scalability or RL agents</a:t>
            </a:r>
          </a:p>
          <a:p>
            <a:pPr marL="457200" lvl="1" indent="0">
              <a:lnSpc>
                <a:spcPct val="150000"/>
              </a:lnSpc>
              <a:spcBef>
                <a:spcPts val="0"/>
              </a:spcBef>
              <a:buSzPts val="2000"/>
              <a:buNone/>
            </a:pPr>
            <a:endParaRPr lang="en-US" sz="1400" dirty="0"/>
          </a:p>
          <a:p>
            <a:pPr marL="457200" lvl="1" indent="0">
              <a:lnSpc>
                <a:spcPct val="150000"/>
              </a:lnSpc>
              <a:spcBef>
                <a:spcPts val="0"/>
              </a:spcBef>
              <a:buSzPts val="2000"/>
              <a:buNone/>
            </a:pPr>
            <a:r>
              <a:rPr lang="en-US" sz="1400" dirty="0"/>
              <a:t>            Explainability Dashboard to analyze the AI agents (           ,          ) recommendations</a:t>
            </a:r>
            <a:endParaRPr lang="en-US" sz="2000" dirty="0"/>
          </a:p>
        </p:txBody>
      </p:sp>
      <p:sp>
        <p:nvSpPr>
          <p:cNvPr id="7" name="Oval 6">
            <a:extLst>
              <a:ext uri="{FF2B5EF4-FFF2-40B4-BE49-F238E27FC236}">
                <a16:creationId xmlns:a16="http://schemas.microsoft.com/office/drawing/2014/main" id="{D22DEB28-1029-D74C-7B7B-D5C718EBA406}"/>
              </a:ext>
            </a:extLst>
          </p:cNvPr>
          <p:cNvSpPr/>
          <p:nvPr/>
        </p:nvSpPr>
        <p:spPr>
          <a:xfrm>
            <a:off x="982134" y="2497666"/>
            <a:ext cx="296333" cy="296333"/>
          </a:xfrm>
          <a:prstGeom prst="ellipse">
            <a:avLst/>
          </a:prstGeom>
          <a:solidFill>
            <a:srgbClr val="E3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a:t>
            </a:r>
            <a:endParaRPr lang="en-US" dirty="0">
              <a:solidFill>
                <a:schemeClr val="tx1"/>
              </a:solidFill>
            </a:endParaRPr>
          </a:p>
        </p:txBody>
      </p:sp>
      <p:sp>
        <p:nvSpPr>
          <p:cNvPr id="8" name="Oval 7">
            <a:extLst>
              <a:ext uri="{FF2B5EF4-FFF2-40B4-BE49-F238E27FC236}">
                <a16:creationId xmlns:a16="http://schemas.microsoft.com/office/drawing/2014/main" id="{65C49F50-18F6-AE12-85BE-FDE30E4B438A}"/>
              </a:ext>
            </a:extLst>
          </p:cNvPr>
          <p:cNvSpPr/>
          <p:nvPr/>
        </p:nvSpPr>
        <p:spPr>
          <a:xfrm>
            <a:off x="982134" y="3429000"/>
            <a:ext cx="296333" cy="296333"/>
          </a:xfrm>
          <a:prstGeom prst="ellipse">
            <a:avLst/>
          </a:prstGeom>
          <a:solidFill>
            <a:srgbClr val="0050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2</a:t>
            </a:r>
            <a:endParaRPr lang="en-US" dirty="0">
              <a:solidFill>
                <a:schemeClr val="bg1"/>
              </a:solidFill>
            </a:endParaRPr>
          </a:p>
        </p:txBody>
      </p:sp>
      <p:sp>
        <p:nvSpPr>
          <p:cNvPr id="9" name="Rectangle: Rounded Corners 8">
            <a:extLst>
              <a:ext uri="{FF2B5EF4-FFF2-40B4-BE49-F238E27FC236}">
                <a16:creationId xmlns:a16="http://schemas.microsoft.com/office/drawing/2014/main" id="{3741B371-EBCB-D737-1674-FF22F2342EB2}"/>
              </a:ext>
            </a:extLst>
          </p:cNvPr>
          <p:cNvSpPr/>
          <p:nvPr/>
        </p:nvSpPr>
        <p:spPr>
          <a:xfrm>
            <a:off x="9658557" y="1949242"/>
            <a:ext cx="2302933" cy="4199466"/>
          </a:xfrm>
          <a:prstGeom prst="roundRect">
            <a:avLst>
              <a:gd name="adj" fmla="val 6741"/>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D006C08-22A5-DF89-6759-DC15B70F57FB}"/>
              </a:ext>
            </a:extLst>
          </p:cNvPr>
          <p:cNvSpPr/>
          <p:nvPr/>
        </p:nvSpPr>
        <p:spPr>
          <a:xfrm>
            <a:off x="9770534" y="2036602"/>
            <a:ext cx="296333" cy="29633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3</a:t>
            </a:r>
            <a:endParaRPr lang="en-US" dirty="0">
              <a:solidFill>
                <a:schemeClr val="bg1"/>
              </a:solidFill>
            </a:endParaRPr>
          </a:p>
        </p:txBody>
      </p:sp>
      <p:sp>
        <p:nvSpPr>
          <p:cNvPr id="13" name="Oval 12">
            <a:extLst>
              <a:ext uri="{FF2B5EF4-FFF2-40B4-BE49-F238E27FC236}">
                <a16:creationId xmlns:a16="http://schemas.microsoft.com/office/drawing/2014/main" id="{980160D6-10B2-7026-7710-069051B3B1F2}"/>
              </a:ext>
            </a:extLst>
          </p:cNvPr>
          <p:cNvSpPr/>
          <p:nvPr/>
        </p:nvSpPr>
        <p:spPr>
          <a:xfrm>
            <a:off x="982134" y="4724401"/>
            <a:ext cx="296333" cy="296333"/>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3</a:t>
            </a:r>
            <a:endParaRPr lang="en-US" dirty="0">
              <a:solidFill>
                <a:schemeClr val="bg1"/>
              </a:solidFill>
            </a:endParaRPr>
          </a:p>
        </p:txBody>
      </p:sp>
      <p:sp>
        <p:nvSpPr>
          <p:cNvPr id="15" name="Oval 14">
            <a:extLst>
              <a:ext uri="{FF2B5EF4-FFF2-40B4-BE49-F238E27FC236}">
                <a16:creationId xmlns:a16="http://schemas.microsoft.com/office/drawing/2014/main" id="{187930C8-710F-64B6-9695-602B00052328}"/>
              </a:ext>
            </a:extLst>
          </p:cNvPr>
          <p:cNvSpPr/>
          <p:nvPr/>
        </p:nvSpPr>
        <p:spPr>
          <a:xfrm>
            <a:off x="1726804" y="5057591"/>
            <a:ext cx="296333" cy="296333"/>
          </a:xfrm>
          <a:prstGeom prst="ellipse">
            <a:avLst/>
          </a:prstGeom>
          <a:solidFill>
            <a:srgbClr val="E3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a:t>
            </a:r>
            <a:endParaRPr lang="en-US" dirty="0">
              <a:solidFill>
                <a:schemeClr val="tx1"/>
              </a:solidFill>
            </a:endParaRPr>
          </a:p>
        </p:txBody>
      </p:sp>
      <p:sp>
        <p:nvSpPr>
          <p:cNvPr id="16" name="Oval 15">
            <a:extLst>
              <a:ext uri="{FF2B5EF4-FFF2-40B4-BE49-F238E27FC236}">
                <a16:creationId xmlns:a16="http://schemas.microsoft.com/office/drawing/2014/main" id="{8D9100DB-70BB-3683-D031-2CD190EDCE8C}"/>
              </a:ext>
            </a:extLst>
          </p:cNvPr>
          <p:cNvSpPr/>
          <p:nvPr/>
        </p:nvSpPr>
        <p:spPr>
          <a:xfrm>
            <a:off x="2226735" y="5037668"/>
            <a:ext cx="313266" cy="313266"/>
          </a:xfrm>
          <a:prstGeom prst="ellipse">
            <a:avLst/>
          </a:prstGeom>
          <a:solidFill>
            <a:srgbClr val="0050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2</a:t>
            </a:r>
            <a:endParaRPr lang="en-US" dirty="0">
              <a:solidFill>
                <a:schemeClr val="bg1"/>
              </a:solidFill>
            </a:endParaRPr>
          </a:p>
        </p:txBody>
      </p:sp>
      <p:sp>
        <p:nvSpPr>
          <p:cNvPr id="17" name="Left Brace 16">
            <a:extLst>
              <a:ext uri="{FF2B5EF4-FFF2-40B4-BE49-F238E27FC236}">
                <a16:creationId xmlns:a16="http://schemas.microsoft.com/office/drawing/2014/main" id="{03E11402-6E6A-7631-5455-C00F97DE1C78}"/>
              </a:ext>
            </a:extLst>
          </p:cNvPr>
          <p:cNvSpPr/>
          <p:nvPr/>
        </p:nvSpPr>
        <p:spPr>
          <a:xfrm>
            <a:off x="660400" y="2497666"/>
            <a:ext cx="177800" cy="1845734"/>
          </a:xfrm>
          <a:prstGeom prst="leftBrace">
            <a:avLst>
              <a:gd name="adj1" fmla="val 4047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e 17">
            <a:extLst>
              <a:ext uri="{FF2B5EF4-FFF2-40B4-BE49-F238E27FC236}">
                <a16:creationId xmlns:a16="http://schemas.microsoft.com/office/drawing/2014/main" id="{789620C6-BBA5-BD50-FF07-96ED4187A431}"/>
              </a:ext>
            </a:extLst>
          </p:cNvPr>
          <p:cNvSpPr/>
          <p:nvPr/>
        </p:nvSpPr>
        <p:spPr>
          <a:xfrm>
            <a:off x="660400" y="4724400"/>
            <a:ext cx="177800" cy="626533"/>
          </a:xfrm>
          <a:prstGeom prst="leftBrace">
            <a:avLst>
              <a:gd name="adj1" fmla="val 4047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TextBox 18">
            <a:extLst>
              <a:ext uri="{FF2B5EF4-FFF2-40B4-BE49-F238E27FC236}">
                <a16:creationId xmlns:a16="http://schemas.microsoft.com/office/drawing/2014/main" id="{CDCD04F5-2464-E9DA-B6FB-01C78E739070}"/>
              </a:ext>
            </a:extLst>
          </p:cNvPr>
          <p:cNvSpPr txBox="1"/>
          <p:nvPr/>
        </p:nvSpPr>
        <p:spPr>
          <a:xfrm rot="16200000">
            <a:off x="-889955" y="3043222"/>
            <a:ext cx="2395255" cy="369332"/>
          </a:xfrm>
          <a:prstGeom prst="rect">
            <a:avLst/>
          </a:prstGeom>
          <a:noFill/>
        </p:spPr>
        <p:txBody>
          <a:bodyPr wrap="square" rtlCol="0">
            <a:spAutoFit/>
          </a:bodyPr>
          <a:lstStyle/>
          <a:p>
            <a:pPr algn="ctr"/>
            <a:r>
              <a:rPr lang="fr-FR" dirty="0" err="1"/>
              <a:t>Task</a:t>
            </a:r>
            <a:r>
              <a:rPr lang="fr-FR" dirty="0"/>
              <a:t> 2.1</a:t>
            </a:r>
          </a:p>
        </p:txBody>
      </p:sp>
      <p:sp>
        <p:nvSpPr>
          <p:cNvPr id="20" name="TextBox 19">
            <a:extLst>
              <a:ext uri="{FF2B5EF4-FFF2-40B4-BE49-F238E27FC236}">
                <a16:creationId xmlns:a16="http://schemas.microsoft.com/office/drawing/2014/main" id="{55B88E56-97B1-81B4-6F98-86C7FED00E89}"/>
              </a:ext>
            </a:extLst>
          </p:cNvPr>
          <p:cNvSpPr txBox="1"/>
          <p:nvPr/>
        </p:nvSpPr>
        <p:spPr>
          <a:xfrm rot="16200000">
            <a:off x="-144745" y="4729890"/>
            <a:ext cx="1060073" cy="615553"/>
          </a:xfrm>
          <a:prstGeom prst="rect">
            <a:avLst/>
          </a:prstGeom>
          <a:noFill/>
        </p:spPr>
        <p:txBody>
          <a:bodyPr wrap="square" rtlCol="0">
            <a:spAutoFit/>
          </a:bodyPr>
          <a:lstStyle/>
          <a:p>
            <a:pPr algn="ctr"/>
            <a:r>
              <a:rPr lang="fr-FR" dirty="0" err="1"/>
              <a:t>Task</a:t>
            </a:r>
            <a:r>
              <a:rPr lang="fr-FR" dirty="0"/>
              <a:t> 2.3</a:t>
            </a:r>
          </a:p>
          <a:p>
            <a:pPr algn="ctr"/>
            <a:r>
              <a:rPr lang="fr-FR" sz="1600" dirty="0">
                <a:solidFill>
                  <a:srgbClr val="00B050"/>
                </a:solidFill>
              </a:rPr>
              <a:t>(current)</a:t>
            </a:r>
            <a:endParaRPr lang="en-US" sz="1600" dirty="0">
              <a:solidFill>
                <a:srgbClr val="00B050"/>
              </a:solidFill>
            </a:endParaRPr>
          </a:p>
        </p:txBody>
      </p:sp>
      <p:sp>
        <p:nvSpPr>
          <p:cNvPr id="3" name="TextBox 2">
            <a:extLst>
              <a:ext uri="{FF2B5EF4-FFF2-40B4-BE49-F238E27FC236}">
                <a16:creationId xmlns:a16="http://schemas.microsoft.com/office/drawing/2014/main" id="{C067A1EF-1DF7-A6B3-94CE-40121C40D1D6}"/>
              </a:ext>
            </a:extLst>
          </p:cNvPr>
          <p:cNvSpPr txBox="1"/>
          <p:nvPr/>
        </p:nvSpPr>
        <p:spPr>
          <a:xfrm>
            <a:off x="5694964" y="1368194"/>
            <a:ext cx="2395255" cy="553998"/>
          </a:xfrm>
          <a:prstGeom prst="rect">
            <a:avLst/>
          </a:prstGeom>
          <a:noFill/>
        </p:spPr>
        <p:txBody>
          <a:bodyPr wrap="square" rtlCol="0">
            <a:spAutoFit/>
          </a:bodyPr>
          <a:lstStyle/>
          <a:p>
            <a:pPr algn="ctr"/>
            <a:r>
              <a:rPr lang="fr-FR" dirty="0" err="1"/>
              <a:t>Task</a:t>
            </a:r>
            <a:r>
              <a:rPr lang="fr-FR" dirty="0"/>
              <a:t> 2.1</a:t>
            </a:r>
          </a:p>
          <a:p>
            <a:r>
              <a:rPr lang="fr-FR" sz="1200" dirty="0"/>
              <a:t>(</a:t>
            </a:r>
            <a:r>
              <a:rPr lang="fr-FR" sz="1200" dirty="0" err="1"/>
              <a:t>See</a:t>
            </a:r>
            <a:r>
              <a:rPr lang="fr-FR" sz="1200" dirty="0"/>
              <a:t> T2.1_KAI_ExpertAgent.pptx)</a:t>
            </a:r>
            <a:endParaRPr lang="en-US" dirty="0"/>
          </a:p>
        </p:txBody>
      </p:sp>
      <p:sp>
        <p:nvSpPr>
          <p:cNvPr id="4" name="TextBox 3">
            <a:extLst>
              <a:ext uri="{FF2B5EF4-FFF2-40B4-BE49-F238E27FC236}">
                <a16:creationId xmlns:a16="http://schemas.microsoft.com/office/drawing/2014/main" id="{4735BDC6-4349-97CF-705E-4127F903C5B1}"/>
              </a:ext>
            </a:extLst>
          </p:cNvPr>
          <p:cNvSpPr txBox="1"/>
          <p:nvPr/>
        </p:nvSpPr>
        <p:spPr>
          <a:xfrm>
            <a:off x="10279986" y="1315725"/>
            <a:ext cx="1060073" cy="584775"/>
          </a:xfrm>
          <a:prstGeom prst="rect">
            <a:avLst/>
          </a:prstGeom>
          <a:noFill/>
        </p:spPr>
        <p:txBody>
          <a:bodyPr wrap="square" rtlCol="0">
            <a:spAutoFit/>
          </a:bodyPr>
          <a:lstStyle/>
          <a:p>
            <a:pPr algn="ctr"/>
            <a:r>
              <a:rPr lang="fr-FR" dirty="0" err="1"/>
              <a:t>Task</a:t>
            </a:r>
            <a:r>
              <a:rPr lang="fr-FR" dirty="0"/>
              <a:t> 2.3</a:t>
            </a:r>
          </a:p>
          <a:p>
            <a:pPr algn="ctr"/>
            <a:r>
              <a:rPr lang="fr-FR" sz="1400" dirty="0"/>
              <a:t>(current)</a:t>
            </a:r>
            <a:endParaRPr lang="en-US" sz="1400" dirty="0"/>
          </a:p>
        </p:txBody>
      </p:sp>
    </p:spTree>
    <p:extLst>
      <p:ext uri="{BB962C8B-B14F-4D97-AF65-F5344CB8AC3E}">
        <p14:creationId xmlns:p14="http://schemas.microsoft.com/office/powerpoint/2010/main" val="317170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80A3D-8D84-DBD8-EFBB-8FC0C69A558C}"/>
              </a:ext>
            </a:extLst>
          </p:cNvPr>
          <p:cNvSpPr>
            <a:spLocks noGrp="1"/>
          </p:cNvSpPr>
          <p:nvPr>
            <p:ph type="title"/>
          </p:nvPr>
        </p:nvSpPr>
        <p:spPr/>
        <p:txBody>
          <a:bodyPr/>
          <a:lstStyle/>
          <a:p>
            <a:r>
              <a:rPr lang="en-US" noProof="0" dirty="0"/>
              <a:t>Original contribution</a:t>
            </a:r>
          </a:p>
        </p:txBody>
      </p:sp>
      <p:sp>
        <p:nvSpPr>
          <p:cNvPr id="3" name="Google Shape;521;p39">
            <a:extLst>
              <a:ext uri="{FF2B5EF4-FFF2-40B4-BE49-F238E27FC236}">
                <a16:creationId xmlns:a16="http://schemas.microsoft.com/office/drawing/2014/main" id="{D11B1D09-6A18-7A0B-E689-59076C1FD380}"/>
              </a:ext>
            </a:extLst>
          </p:cNvPr>
          <p:cNvSpPr txBox="1">
            <a:spLocks/>
          </p:cNvSpPr>
          <p:nvPr/>
        </p:nvSpPr>
        <p:spPr>
          <a:xfrm>
            <a:off x="838200" y="1583107"/>
            <a:ext cx="10515600" cy="4651438"/>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000"/>
            </a:pPr>
            <a:r>
              <a:rPr lang="en-US" sz="2400" b="1" dirty="0"/>
              <a:t>Dashboard</a:t>
            </a:r>
            <a:r>
              <a:rPr lang="en-US" sz="2400" b="1" noProof="0" dirty="0"/>
              <a:t> | </a:t>
            </a:r>
            <a:r>
              <a:rPr lang="en-US" sz="2400" noProof="0" dirty="0"/>
              <a:t>Explainability</a:t>
            </a:r>
          </a:p>
          <a:p>
            <a:pPr>
              <a:spcBef>
                <a:spcPts val="0"/>
              </a:spcBef>
              <a:buSzPts val="2000"/>
            </a:pPr>
            <a:endParaRPr lang="en-US" sz="2000" b="1" noProof="0" dirty="0"/>
          </a:p>
          <a:p>
            <a:pPr>
              <a:spcBef>
                <a:spcPts val="0"/>
              </a:spcBef>
              <a:buSzPts val="2000"/>
              <a:buFont typeface="Wingdings" panose="05000000000000000000" pitchFamily="2" charset="2"/>
              <a:buChar char="Ø"/>
            </a:pPr>
            <a:r>
              <a:rPr lang="en-US" sz="2000" b="1" noProof="0" dirty="0"/>
              <a:t>Short description: </a:t>
            </a:r>
            <a:r>
              <a:rPr lang="en-US" sz="2000" noProof="0" dirty="0"/>
              <a:t>Explaining the AI agent recommendation by harnessing expert knowledge</a:t>
            </a:r>
            <a:endParaRPr lang="en-US" sz="2000" b="1" noProof="0" dirty="0"/>
          </a:p>
          <a:p>
            <a:pPr>
              <a:spcBef>
                <a:spcPts val="0"/>
              </a:spcBef>
              <a:buSzPts val="2000"/>
              <a:buFont typeface="Wingdings" panose="05000000000000000000" pitchFamily="2" charset="2"/>
              <a:buChar char="Ø"/>
            </a:pPr>
            <a:endParaRPr lang="en-US" sz="2000" b="1" noProof="0" dirty="0"/>
          </a:p>
          <a:p>
            <a:pPr>
              <a:spcBef>
                <a:spcPts val="0"/>
              </a:spcBef>
              <a:buSzPts val="2000"/>
              <a:buFont typeface="Wingdings" panose="05000000000000000000" pitchFamily="2" charset="2"/>
              <a:buChar char="Ø"/>
            </a:pPr>
            <a:r>
              <a:rPr lang="en-US" sz="2000" b="1" noProof="0" dirty="0"/>
              <a:t>State-of-the-art: </a:t>
            </a:r>
            <a:r>
              <a:rPr lang="en-US" sz="2000" noProof="0" dirty="0"/>
              <a:t>Most of the explainability tools are generic and could not be used for specific use cases such as power grids</a:t>
            </a:r>
          </a:p>
          <a:p>
            <a:pPr>
              <a:spcBef>
                <a:spcPts val="0"/>
              </a:spcBef>
              <a:buSzPts val="2000"/>
              <a:buFont typeface="Wingdings" panose="05000000000000000000" pitchFamily="2" charset="2"/>
              <a:buChar char="Ø"/>
            </a:pPr>
            <a:endParaRPr lang="en-US" sz="2000" b="1" noProof="0" dirty="0"/>
          </a:p>
          <a:p>
            <a:pPr>
              <a:spcBef>
                <a:spcPts val="0"/>
              </a:spcBef>
              <a:buSzPts val="2000"/>
              <a:buFont typeface="Wingdings" panose="05000000000000000000" pitchFamily="2" charset="2"/>
              <a:buChar char="Ø"/>
            </a:pPr>
            <a:r>
              <a:rPr lang="en-US" sz="2000" b="1" noProof="0" dirty="0"/>
              <a:t>Contribution: </a:t>
            </a:r>
            <a:r>
              <a:rPr lang="en-US" sz="2000" noProof="0" dirty="0"/>
              <a:t>Exploitation of expert knowledge to enhance the trust towards the AI agent recommendations and develop domain-specific (Power Grids) explainability tool</a:t>
            </a:r>
            <a:endParaRPr lang="en-US" sz="2000" b="1" noProof="0" dirty="0"/>
          </a:p>
          <a:p>
            <a:pPr>
              <a:spcBef>
                <a:spcPts val="0"/>
              </a:spcBef>
              <a:buSzPts val="2000"/>
              <a:buFont typeface="Wingdings" panose="05000000000000000000" pitchFamily="2" charset="2"/>
              <a:buChar char="Ø"/>
            </a:pPr>
            <a:endParaRPr lang="en-US" sz="2000" b="1" noProof="0" dirty="0"/>
          </a:p>
          <a:p>
            <a:pPr>
              <a:spcBef>
                <a:spcPts val="0"/>
              </a:spcBef>
              <a:buSzPts val="2000"/>
              <a:buFont typeface="Wingdings" panose="05000000000000000000" pitchFamily="2" charset="2"/>
              <a:buChar char="Ø"/>
            </a:pPr>
            <a:r>
              <a:rPr lang="en-US" sz="2000" b="1" noProof="0" dirty="0"/>
              <a:t>Implemented WP2 features: </a:t>
            </a:r>
            <a:r>
              <a:rPr lang="en-US" sz="2000" noProof="0" dirty="0"/>
              <a:t>Knowledge-assisted RL</a:t>
            </a:r>
            <a:r>
              <a:rPr lang="en-US" sz="2000" b="1" noProof="0" dirty="0"/>
              <a:t>, </a:t>
            </a:r>
            <a:r>
              <a:rPr lang="en-US" sz="2000" noProof="0" dirty="0"/>
              <a:t>Explainability through the analysis of expert knowledge</a:t>
            </a:r>
            <a:endParaRPr lang="en-US" noProof="0" dirty="0"/>
          </a:p>
        </p:txBody>
      </p:sp>
    </p:spTree>
    <p:extLst>
      <p:ext uri="{BB962C8B-B14F-4D97-AF65-F5344CB8AC3E}">
        <p14:creationId xmlns:p14="http://schemas.microsoft.com/office/powerpoint/2010/main" val="2359990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a:extLst>
              <a:ext uri="{FF2B5EF4-FFF2-40B4-BE49-F238E27FC236}">
                <a16:creationId xmlns:a16="http://schemas.microsoft.com/office/drawing/2014/main" id="{02963A4B-9E1E-9344-7260-B5706C553DD6}"/>
              </a:ext>
            </a:extLst>
          </p:cNvPr>
          <p:cNvSpPr/>
          <p:nvPr/>
        </p:nvSpPr>
        <p:spPr>
          <a:xfrm>
            <a:off x="2899374" y="6026018"/>
            <a:ext cx="6693200" cy="8074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A3784-0C94-AE7E-D3BE-F0476ACA8B9D}"/>
              </a:ext>
            </a:extLst>
          </p:cNvPr>
          <p:cNvSpPr>
            <a:spLocks noGrp="1"/>
          </p:cNvSpPr>
          <p:nvPr>
            <p:ph type="title"/>
          </p:nvPr>
        </p:nvSpPr>
        <p:spPr/>
        <p:txBody>
          <a:bodyPr>
            <a:normAutofit/>
          </a:bodyPr>
          <a:lstStyle/>
          <a:p>
            <a:r>
              <a:rPr lang="fr-FR" dirty="0" err="1"/>
              <a:t>Overview</a:t>
            </a:r>
            <a:r>
              <a:rPr lang="fr-FR" dirty="0"/>
              <a:t> of code structure</a:t>
            </a:r>
            <a:endParaRPr lang="en-US" dirty="0"/>
          </a:p>
        </p:txBody>
      </p:sp>
      <p:pic>
        <p:nvPicPr>
          <p:cNvPr id="3" name="Graphic 2" descr="Open folder with solid fill">
            <a:extLst>
              <a:ext uri="{FF2B5EF4-FFF2-40B4-BE49-F238E27FC236}">
                <a16:creationId xmlns:a16="http://schemas.microsoft.com/office/drawing/2014/main" id="{1477C644-AEFB-7CEB-2CA5-6E91C0A6F4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67934" y="1639795"/>
            <a:ext cx="499534" cy="499534"/>
          </a:xfrm>
          <a:prstGeom prst="rect">
            <a:avLst/>
          </a:prstGeom>
        </p:spPr>
      </p:pic>
      <p:pic>
        <p:nvPicPr>
          <p:cNvPr id="4" name="Graphic 3" descr="Open folder with solid fill">
            <a:extLst>
              <a:ext uri="{FF2B5EF4-FFF2-40B4-BE49-F238E27FC236}">
                <a16:creationId xmlns:a16="http://schemas.microsoft.com/office/drawing/2014/main" id="{CBE41517-3942-1AD6-5765-3BC9D250C6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6568" y="2223994"/>
            <a:ext cx="499534" cy="499534"/>
          </a:xfrm>
          <a:prstGeom prst="rect">
            <a:avLst/>
          </a:prstGeom>
        </p:spPr>
      </p:pic>
      <p:grpSp>
        <p:nvGrpSpPr>
          <p:cNvPr id="5" name="Group 4">
            <a:extLst>
              <a:ext uri="{FF2B5EF4-FFF2-40B4-BE49-F238E27FC236}">
                <a16:creationId xmlns:a16="http://schemas.microsoft.com/office/drawing/2014/main" id="{3B8828D3-3F44-5134-7A4E-65273B570417}"/>
              </a:ext>
            </a:extLst>
          </p:cNvPr>
          <p:cNvGrpSpPr/>
          <p:nvPr/>
        </p:nvGrpSpPr>
        <p:grpSpPr>
          <a:xfrm>
            <a:off x="1875368" y="2306028"/>
            <a:ext cx="592962" cy="341300"/>
            <a:chOff x="1875368" y="3104635"/>
            <a:chExt cx="592962" cy="341300"/>
          </a:xfrm>
        </p:grpSpPr>
        <p:cxnSp>
          <p:nvCxnSpPr>
            <p:cNvPr id="6" name="Straight Connector 5">
              <a:extLst>
                <a:ext uri="{FF2B5EF4-FFF2-40B4-BE49-F238E27FC236}">
                  <a16:creationId xmlns:a16="http://schemas.microsoft.com/office/drawing/2014/main" id="{F9B6A407-9F14-AD3B-2A63-D5BAA3CA2295}"/>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75E42F39-5C46-A2BD-AA11-27DCB697D8F7}"/>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9" name="Graphic 8" descr="Open folder with solid fill">
            <a:extLst>
              <a:ext uri="{FF2B5EF4-FFF2-40B4-BE49-F238E27FC236}">
                <a16:creationId xmlns:a16="http://schemas.microsoft.com/office/drawing/2014/main" id="{2EA4B560-F761-1214-B664-546EA2FB60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6568" y="3229140"/>
            <a:ext cx="499534" cy="499534"/>
          </a:xfrm>
          <a:prstGeom prst="rect">
            <a:avLst/>
          </a:prstGeom>
        </p:spPr>
      </p:pic>
      <p:sp>
        <p:nvSpPr>
          <p:cNvPr id="10" name="TextBox 9">
            <a:extLst>
              <a:ext uri="{FF2B5EF4-FFF2-40B4-BE49-F238E27FC236}">
                <a16:creationId xmlns:a16="http://schemas.microsoft.com/office/drawing/2014/main" id="{64F18188-F46D-F433-8A78-DA1AAC912F68}"/>
              </a:ext>
            </a:extLst>
          </p:cNvPr>
          <p:cNvSpPr txBox="1"/>
          <p:nvPr/>
        </p:nvSpPr>
        <p:spPr>
          <a:xfrm>
            <a:off x="3204340" y="2289095"/>
            <a:ext cx="1441420" cy="369332"/>
          </a:xfrm>
          <a:prstGeom prst="rect">
            <a:avLst/>
          </a:prstGeom>
          <a:noFill/>
        </p:spPr>
        <p:txBody>
          <a:bodyPr wrap="square" rtlCol="0">
            <a:spAutoFit/>
          </a:bodyPr>
          <a:lstStyle/>
          <a:p>
            <a:r>
              <a:rPr lang="fr-FR" dirty="0"/>
              <a:t>r</a:t>
            </a:r>
            <a:r>
              <a:rPr lang="en-US" dirty="0" err="1"/>
              <a:t>essources</a:t>
            </a:r>
            <a:endParaRPr lang="en-US" dirty="0"/>
          </a:p>
        </p:txBody>
      </p:sp>
      <p:sp>
        <p:nvSpPr>
          <p:cNvPr id="11" name="TextBox 10">
            <a:extLst>
              <a:ext uri="{FF2B5EF4-FFF2-40B4-BE49-F238E27FC236}">
                <a16:creationId xmlns:a16="http://schemas.microsoft.com/office/drawing/2014/main" id="{FAB97E83-1A35-476A-E003-04EB1386C9AD}"/>
              </a:ext>
            </a:extLst>
          </p:cNvPr>
          <p:cNvSpPr txBox="1"/>
          <p:nvPr/>
        </p:nvSpPr>
        <p:spPr>
          <a:xfrm>
            <a:off x="2171408" y="1704896"/>
            <a:ext cx="3254607" cy="369332"/>
          </a:xfrm>
          <a:prstGeom prst="rect">
            <a:avLst/>
          </a:prstGeom>
          <a:noFill/>
        </p:spPr>
        <p:txBody>
          <a:bodyPr wrap="square" rtlCol="0">
            <a:spAutoFit/>
          </a:bodyPr>
          <a:lstStyle/>
          <a:p>
            <a:r>
              <a:rPr lang="en-US" dirty="0"/>
              <a:t>T2.3_explainability_panel</a:t>
            </a:r>
          </a:p>
        </p:txBody>
      </p:sp>
      <p:sp>
        <p:nvSpPr>
          <p:cNvPr id="12" name="TextBox 11">
            <a:extLst>
              <a:ext uri="{FF2B5EF4-FFF2-40B4-BE49-F238E27FC236}">
                <a16:creationId xmlns:a16="http://schemas.microsoft.com/office/drawing/2014/main" id="{379FD23A-5907-CB60-FFB4-C8218F141794}"/>
              </a:ext>
            </a:extLst>
          </p:cNvPr>
          <p:cNvSpPr txBox="1"/>
          <p:nvPr/>
        </p:nvSpPr>
        <p:spPr>
          <a:xfrm>
            <a:off x="3204340" y="3248172"/>
            <a:ext cx="2316561" cy="369332"/>
          </a:xfrm>
          <a:prstGeom prst="rect">
            <a:avLst/>
          </a:prstGeom>
          <a:noFill/>
        </p:spPr>
        <p:txBody>
          <a:bodyPr wrap="square" rtlCol="0">
            <a:spAutoFit/>
          </a:bodyPr>
          <a:lstStyle/>
          <a:p>
            <a:r>
              <a:rPr lang="en-US" dirty="0" err="1"/>
              <a:t>explainability_panel</a:t>
            </a:r>
            <a:endParaRPr lang="en-US" dirty="0"/>
          </a:p>
        </p:txBody>
      </p:sp>
      <p:grpSp>
        <p:nvGrpSpPr>
          <p:cNvPr id="13" name="Group 12">
            <a:extLst>
              <a:ext uri="{FF2B5EF4-FFF2-40B4-BE49-F238E27FC236}">
                <a16:creationId xmlns:a16="http://schemas.microsoft.com/office/drawing/2014/main" id="{6D240901-A308-3608-A182-7774F7F51CF2}"/>
              </a:ext>
            </a:extLst>
          </p:cNvPr>
          <p:cNvGrpSpPr/>
          <p:nvPr/>
        </p:nvGrpSpPr>
        <p:grpSpPr>
          <a:xfrm>
            <a:off x="1875368" y="3308257"/>
            <a:ext cx="592962" cy="341300"/>
            <a:chOff x="1875368" y="3104635"/>
            <a:chExt cx="592962" cy="341300"/>
          </a:xfrm>
        </p:grpSpPr>
        <p:cxnSp>
          <p:nvCxnSpPr>
            <p:cNvPr id="14" name="Straight Connector 13">
              <a:extLst>
                <a:ext uri="{FF2B5EF4-FFF2-40B4-BE49-F238E27FC236}">
                  <a16:creationId xmlns:a16="http://schemas.microsoft.com/office/drawing/2014/main" id="{B0BE2B94-C78E-D9BD-E52B-9AEFC73673D7}"/>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F3A0A757-C9AB-7C10-4C9A-FDEA33D132AE}"/>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grpSp>
        <p:nvGrpSpPr>
          <p:cNvPr id="20" name="Group 19">
            <a:extLst>
              <a:ext uri="{FF2B5EF4-FFF2-40B4-BE49-F238E27FC236}">
                <a16:creationId xmlns:a16="http://schemas.microsoft.com/office/drawing/2014/main" id="{7855353F-991E-680C-42C2-D71384C027A6}"/>
              </a:ext>
            </a:extLst>
          </p:cNvPr>
          <p:cNvGrpSpPr/>
          <p:nvPr/>
        </p:nvGrpSpPr>
        <p:grpSpPr>
          <a:xfrm>
            <a:off x="2789621" y="3865949"/>
            <a:ext cx="592962" cy="341300"/>
            <a:chOff x="1875368" y="3104635"/>
            <a:chExt cx="592962" cy="341300"/>
          </a:xfrm>
        </p:grpSpPr>
        <p:cxnSp>
          <p:nvCxnSpPr>
            <p:cNvPr id="21" name="Straight Connector 20">
              <a:extLst>
                <a:ext uri="{FF2B5EF4-FFF2-40B4-BE49-F238E27FC236}">
                  <a16:creationId xmlns:a16="http://schemas.microsoft.com/office/drawing/2014/main" id="{63EC40E7-01F9-D3A9-2FE7-9282A5BD5FA6}"/>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E8FB6C83-646A-6343-6435-1FAB29390D76}"/>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23" name="Graphic 22" descr="Open folder with solid fill">
            <a:extLst>
              <a:ext uri="{FF2B5EF4-FFF2-40B4-BE49-F238E27FC236}">
                <a16:creationId xmlns:a16="http://schemas.microsoft.com/office/drawing/2014/main" id="{8A80D149-FF16-5AAE-150F-B852BE1151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14211" y="3728674"/>
            <a:ext cx="499534" cy="499534"/>
          </a:xfrm>
          <a:prstGeom prst="rect">
            <a:avLst/>
          </a:prstGeom>
        </p:spPr>
      </p:pic>
      <p:grpSp>
        <p:nvGrpSpPr>
          <p:cNvPr id="24" name="Group 23">
            <a:extLst>
              <a:ext uri="{FF2B5EF4-FFF2-40B4-BE49-F238E27FC236}">
                <a16:creationId xmlns:a16="http://schemas.microsoft.com/office/drawing/2014/main" id="{C288744C-D0AD-1DFE-C296-454A95DFC90B}"/>
              </a:ext>
            </a:extLst>
          </p:cNvPr>
          <p:cNvGrpSpPr/>
          <p:nvPr/>
        </p:nvGrpSpPr>
        <p:grpSpPr>
          <a:xfrm>
            <a:off x="2789621" y="4740470"/>
            <a:ext cx="592962" cy="341300"/>
            <a:chOff x="1875368" y="3104635"/>
            <a:chExt cx="592962" cy="341300"/>
          </a:xfrm>
        </p:grpSpPr>
        <p:cxnSp>
          <p:nvCxnSpPr>
            <p:cNvPr id="25" name="Straight Connector 24">
              <a:extLst>
                <a:ext uri="{FF2B5EF4-FFF2-40B4-BE49-F238E27FC236}">
                  <a16:creationId xmlns:a16="http://schemas.microsoft.com/office/drawing/2014/main" id="{1D2EA044-C1EA-A75C-A7E6-892BDCBEA0C6}"/>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5EB990F2-DEC3-0D7D-0241-4D153E3B5897}"/>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28" name="TextBox 27">
            <a:extLst>
              <a:ext uri="{FF2B5EF4-FFF2-40B4-BE49-F238E27FC236}">
                <a16:creationId xmlns:a16="http://schemas.microsoft.com/office/drawing/2014/main" id="{08CAEBE9-FC8A-7612-0382-3A73494EB515}"/>
              </a:ext>
            </a:extLst>
          </p:cNvPr>
          <p:cNvSpPr txBox="1"/>
          <p:nvPr/>
        </p:nvSpPr>
        <p:spPr>
          <a:xfrm>
            <a:off x="4145373" y="3793775"/>
            <a:ext cx="2172198" cy="369332"/>
          </a:xfrm>
          <a:prstGeom prst="rect">
            <a:avLst/>
          </a:prstGeom>
          <a:noFill/>
        </p:spPr>
        <p:txBody>
          <a:bodyPr wrap="square" rtlCol="0">
            <a:spAutoFit/>
          </a:bodyPr>
          <a:lstStyle/>
          <a:p>
            <a:r>
              <a:rPr lang="fr-FR" dirty="0"/>
              <a:t>Callbacks</a:t>
            </a:r>
            <a:endParaRPr lang="en-US" dirty="0"/>
          </a:p>
        </p:txBody>
      </p:sp>
      <p:sp>
        <p:nvSpPr>
          <p:cNvPr id="29" name="TextBox 28">
            <a:extLst>
              <a:ext uri="{FF2B5EF4-FFF2-40B4-BE49-F238E27FC236}">
                <a16:creationId xmlns:a16="http://schemas.microsoft.com/office/drawing/2014/main" id="{1AE203C3-95F4-8E22-8E70-8762E8C87304}"/>
              </a:ext>
            </a:extLst>
          </p:cNvPr>
          <p:cNvSpPr txBox="1"/>
          <p:nvPr/>
        </p:nvSpPr>
        <p:spPr>
          <a:xfrm>
            <a:off x="4214108" y="4668186"/>
            <a:ext cx="1996911" cy="369332"/>
          </a:xfrm>
          <a:prstGeom prst="rect">
            <a:avLst/>
          </a:prstGeom>
          <a:noFill/>
        </p:spPr>
        <p:txBody>
          <a:bodyPr wrap="square" rtlCol="0">
            <a:spAutoFit/>
          </a:bodyPr>
          <a:lstStyle/>
          <a:p>
            <a:r>
              <a:rPr lang="fr-FR" dirty="0"/>
              <a:t>explainability.py</a:t>
            </a:r>
            <a:endParaRPr lang="en-US" dirty="0"/>
          </a:p>
        </p:txBody>
      </p:sp>
      <p:cxnSp>
        <p:nvCxnSpPr>
          <p:cNvPr id="31" name="Straight Connector 30">
            <a:extLst>
              <a:ext uri="{FF2B5EF4-FFF2-40B4-BE49-F238E27FC236}">
                <a16:creationId xmlns:a16="http://schemas.microsoft.com/office/drawing/2014/main" id="{F3195465-3EB1-6199-A303-A5848E593969}"/>
              </a:ext>
            </a:extLst>
          </p:cNvPr>
          <p:cNvCxnSpPr>
            <a:cxnSpLocks/>
          </p:cNvCxnSpPr>
          <p:nvPr/>
        </p:nvCxnSpPr>
        <p:spPr>
          <a:xfrm>
            <a:off x="2785501" y="4300384"/>
            <a:ext cx="0" cy="341300"/>
          </a:xfrm>
          <a:prstGeom prst="line">
            <a:avLst/>
          </a:prstGeom>
        </p:spPr>
        <p:style>
          <a:lnRef idx="3">
            <a:schemeClr val="dk1"/>
          </a:lnRef>
          <a:fillRef idx="0">
            <a:schemeClr val="dk1"/>
          </a:fillRef>
          <a:effectRef idx="2">
            <a:schemeClr val="dk1"/>
          </a:effectRef>
          <a:fontRef idx="minor">
            <a:schemeClr val="tx1"/>
          </a:fontRef>
        </p:style>
      </p:cxnSp>
      <p:grpSp>
        <p:nvGrpSpPr>
          <p:cNvPr id="32" name="Group 31">
            <a:extLst>
              <a:ext uri="{FF2B5EF4-FFF2-40B4-BE49-F238E27FC236}">
                <a16:creationId xmlns:a16="http://schemas.microsoft.com/office/drawing/2014/main" id="{50B064D7-9953-6A88-614D-380347665C5D}"/>
              </a:ext>
            </a:extLst>
          </p:cNvPr>
          <p:cNvGrpSpPr/>
          <p:nvPr/>
        </p:nvGrpSpPr>
        <p:grpSpPr>
          <a:xfrm>
            <a:off x="2980234" y="4300384"/>
            <a:ext cx="592962" cy="170650"/>
            <a:chOff x="2070101" y="3604169"/>
            <a:chExt cx="592962" cy="170650"/>
          </a:xfrm>
        </p:grpSpPr>
        <p:cxnSp>
          <p:nvCxnSpPr>
            <p:cNvPr id="33" name="Straight Connector 32">
              <a:extLst>
                <a:ext uri="{FF2B5EF4-FFF2-40B4-BE49-F238E27FC236}">
                  <a16:creationId xmlns:a16="http://schemas.microsoft.com/office/drawing/2014/main" id="{7825D53E-A23A-4ACD-7E86-0908ED71E840}"/>
                </a:ext>
              </a:extLst>
            </p:cNvPr>
            <p:cNvCxnSpPr>
              <a:cxnSpLocks/>
            </p:cNvCxnSpPr>
            <p:nvPr/>
          </p:nvCxnSpPr>
          <p:spPr>
            <a:xfrm>
              <a:off x="2078568" y="3604169"/>
              <a:ext cx="0" cy="170650"/>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A94C8FD0-3801-FF57-824A-A17A2F6813C7}"/>
                </a:ext>
              </a:extLst>
            </p:cNvPr>
            <p:cNvCxnSpPr>
              <a:cxnSpLocks/>
            </p:cNvCxnSpPr>
            <p:nvPr/>
          </p:nvCxnSpPr>
          <p:spPr>
            <a:xfrm flipH="1">
              <a:off x="2070101" y="3770589"/>
              <a:ext cx="592962" cy="0"/>
            </a:xfrm>
            <a:prstGeom prst="line">
              <a:avLst/>
            </a:prstGeom>
          </p:spPr>
          <p:style>
            <a:lnRef idx="3">
              <a:schemeClr val="dk1"/>
            </a:lnRef>
            <a:fillRef idx="0">
              <a:schemeClr val="dk1"/>
            </a:fillRef>
            <a:effectRef idx="2">
              <a:schemeClr val="dk1"/>
            </a:effectRef>
            <a:fontRef idx="minor">
              <a:schemeClr val="tx1"/>
            </a:fontRef>
          </p:style>
        </p:cxnSp>
      </p:grpSp>
      <p:sp>
        <p:nvSpPr>
          <p:cNvPr id="35" name="TextBox 34">
            <a:extLst>
              <a:ext uri="{FF2B5EF4-FFF2-40B4-BE49-F238E27FC236}">
                <a16:creationId xmlns:a16="http://schemas.microsoft.com/office/drawing/2014/main" id="{0BE1DA54-D052-56B5-A6D9-8DAD6EAD174E}"/>
              </a:ext>
            </a:extLst>
          </p:cNvPr>
          <p:cNvSpPr txBox="1"/>
          <p:nvPr/>
        </p:nvSpPr>
        <p:spPr>
          <a:xfrm>
            <a:off x="3573196" y="4232652"/>
            <a:ext cx="343364" cy="369332"/>
          </a:xfrm>
          <a:prstGeom prst="rect">
            <a:avLst/>
          </a:prstGeom>
          <a:noFill/>
        </p:spPr>
        <p:txBody>
          <a:bodyPr wrap="square" rtlCol="0">
            <a:spAutoFit/>
          </a:bodyPr>
          <a:lstStyle/>
          <a:p>
            <a:r>
              <a:rPr lang="en-US" dirty="0"/>
              <a:t>…</a:t>
            </a:r>
          </a:p>
        </p:txBody>
      </p:sp>
      <p:sp>
        <p:nvSpPr>
          <p:cNvPr id="41" name="TextBox 40">
            <a:extLst>
              <a:ext uri="{FF2B5EF4-FFF2-40B4-BE49-F238E27FC236}">
                <a16:creationId xmlns:a16="http://schemas.microsoft.com/office/drawing/2014/main" id="{A460C740-72FD-6AB4-8FD0-1BCA5F2A7666}"/>
              </a:ext>
            </a:extLst>
          </p:cNvPr>
          <p:cNvSpPr txBox="1"/>
          <p:nvPr/>
        </p:nvSpPr>
        <p:spPr>
          <a:xfrm>
            <a:off x="2223616" y="5579072"/>
            <a:ext cx="1349575" cy="369332"/>
          </a:xfrm>
          <a:prstGeom prst="rect">
            <a:avLst/>
          </a:prstGeom>
          <a:noFill/>
        </p:spPr>
        <p:txBody>
          <a:bodyPr wrap="square" rtlCol="0">
            <a:spAutoFit/>
          </a:bodyPr>
          <a:lstStyle/>
          <a:p>
            <a:r>
              <a:rPr lang="fr-FR" dirty="0"/>
              <a:t>LICENSE</a:t>
            </a:r>
            <a:endParaRPr lang="en-US" dirty="0"/>
          </a:p>
        </p:txBody>
      </p:sp>
      <p:sp>
        <p:nvSpPr>
          <p:cNvPr id="47" name="Content Placeholder 2">
            <a:extLst>
              <a:ext uri="{FF2B5EF4-FFF2-40B4-BE49-F238E27FC236}">
                <a16:creationId xmlns:a16="http://schemas.microsoft.com/office/drawing/2014/main" id="{D9766927-3A07-FCCF-14FA-2BB3B90B578D}"/>
              </a:ext>
            </a:extLst>
          </p:cNvPr>
          <p:cNvSpPr txBox="1">
            <a:spLocks/>
          </p:cNvSpPr>
          <p:nvPr/>
        </p:nvSpPr>
        <p:spPr>
          <a:xfrm>
            <a:off x="916556" y="1390028"/>
            <a:ext cx="10358888" cy="499534"/>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 provided repository includes a python package implementing the interface using Dash library</a:t>
            </a:r>
          </a:p>
          <a:p>
            <a:pPr marL="0" indent="0">
              <a:buFont typeface="Arial" panose="020B0604020202020204" pitchFamily="34" charset="0"/>
              <a:buNone/>
            </a:pPr>
            <a:endParaRPr lang="en-US" dirty="0"/>
          </a:p>
        </p:txBody>
      </p:sp>
      <p:grpSp>
        <p:nvGrpSpPr>
          <p:cNvPr id="48" name="Group 47">
            <a:extLst>
              <a:ext uri="{FF2B5EF4-FFF2-40B4-BE49-F238E27FC236}">
                <a16:creationId xmlns:a16="http://schemas.microsoft.com/office/drawing/2014/main" id="{9F4CB671-6C48-8BDC-825A-2DEB4ABA37AB}"/>
              </a:ext>
            </a:extLst>
          </p:cNvPr>
          <p:cNvGrpSpPr/>
          <p:nvPr/>
        </p:nvGrpSpPr>
        <p:grpSpPr>
          <a:xfrm>
            <a:off x="2789621" y="2760343"/>
            <a:ext cx="592962" cy="341300"/>
            <a:chOff x="1875368" y="3104635"/>
            <a:chExt cx="592962" cy="341300"/>
          </a:xfrm>
        </p:grpSpPr>
        <p:cxnSp>
          <p:nvCxnSpPr>
            <p:cNvPr id="49" name="Straight Connector 48">
              <a:extLst>
                <a:ext uri="{FF2B5EF4-FFF2-40B4-BE49-F238E27FC236}">
                  <a16:creationId xmlns:a16="http://schemas.microsoft.com/office/drawing/2014/main" id="{6091841D-F247-84B4-84F4-C294E3964F6A}"/>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50" name="Straight Connector 49">
              <a:extLst>
                <a:ext uri="{FF2B5EF4-FFF2-40B4-BE49-F238E27FC236}">
                  <a16:creationId xmlns:a16="http://schemas.microsoft.com/office/drawing/2014/main" id="{5DC8F369-1B77-4D5D-01DA-BA0637BF83F6}"/>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51" name="Graphic 50" descr="Open folder with solid fill">
            <a:extLst>
              <a:ext uri="{FF2B5EF4-FFF2-40B4-BE49-F238E27FC236}">
                <a16:creationId xmlns:a16="http://schemas.microsoft.com/office/drawing/2014/main" id="{2C895157-175C-612C-40BB-A774F4D1A4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14211" y="2677244"/>
            <a:ext cx="499534" cy="499534"/>
          </a:xfrm>
          <a:prstGeom prst="rect">
            <a:avLst/>
          </a:prstGeom>
        </p:spPr>
      </p:pic>
      <p:sp>
        <p:nvSpPr>
          <p:cNvPr id="52" name="TextBox 51">
            <a:extLst>
              <a:ext uri="{FF2B5EF4-FFF2-40B4-BE49-F238E27FC236}">
                <a16:creationId xmlns:a16="http://schemas.microsoft.com/office/drawing/2014/main" id="{EF31761F-27FB-2F43-1F95-63961694FCCF}"/>
              </a:ext>
            </a:extLst>
          </p:cNvPr>
          <p:cNvSpPr txBox="1"/>
          <p:nvPr/>
        </p:nvSpPr>
        <p:spPr>
          <a:xfrm>
            <a:off x="4145373" y="2748426"/>
            <a:ext cx="1798227" cy="369332"/>
          </a:xfrm>
          <a:prstGeom prst="rect">
            <a:avLst/>
          </a:prstGeom>
          <a:noFill/>
        </p:spPr>
        <p:txBody>
          <a:bodyPr wrap="square" rtlCol="0">
            <a:spAutoFit/>
          </a:bodyPr>
          <a:lstStyle/>
          <a:p>
            <a:r>
              <a:rPr lang="fr-FR" dirty="0"/>
              <a:t>ai4realnet_small</a:t>
            </a:r>
            <a:endParaRPr lang="en-US" dirty="0"/>
          </a:p>
        </p:txBody>
      </p:sp>
      <p:pic>
        <p:nvPicPr>
          <p:cNvPr id="54" name="Graphic 53" descr="Paper outline">
            <a:extLst>
              <a:ext uri="{FF2B5EF4-FFF2-40B4-BE49-F238E27FC236}">
                <a16:creationId xmlns:a16="http://schemas.microsoft.com/office/drawing/2014/main" id="{93FE7526-170E-30D6-2D4A-0C4A497FCC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89101" y="5491204"/>
            <a:ext cx="457200" cy="457200"/>
          </a:xfrm>
          <a:prstGeom prst="rect">
            <a:avLst/>
          </a:prstGeom>
        </p:spPr>
      </p:pic>
      <p:pic>
        <p:nvPicPr>
          <p:cNvPr id="55" name="Graphic 54" descr="Paper outline">
            <a:extLst>
              <a:ext uri="{FF2B5EF4-FFF2-40B4-BE49-F238E27FC236}">
                <a16:creationId xmlns:a16="http://schemas.microsoft.com/office/drawing/2014/main" id="{8BF7DD5D-07E6-7360-9145-A1165704B1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89101" y="5999203"/>
            <a:ext cx="457200" cy="457200"/>
          </a:xfrm>
          <a:prstGeom prst="rect">
            <a:avLst/>
          </a:prstGeom>
        </p:spPr>
      </p:pic>
      <p:sp>
        <p:nvSpPr>
          <p:cNvPr id="56" name="TextBox 55">
            <a:extLst>
              <a:ext uri="{FF2B5EF4-FFF2-40B4-BE49-F238E27FC236}">
                <a16:creationId xmlns:a16="http://schemas.microsoft.com/office/drawing/2014/main" id="{BEBD48D1-F56C-84A1-B273-5B6B7C7DA0E6}"/>
              </a:ext>
            </a:extLst>
          </p:cNvPr>
          <p:cNvSpPr txBox="1"/>
          <p:nvPr/>
        </p:nvSpPr>
        <p:spPr>
          <a:xfrm>
            <a:off x="2223616" y="6026018"/>
            <a:ext cx="1790129" cy="369332"/>
          </a:xfrm>
          <a:prstGeom prst="rect">
            <a:avLst/>
          </a:prstGeom>
          <a:noFill/>
        </p:spPr>
        <p:txBody>
          <a:bodyPr wrap="square" rtlCol="0">
            <a:spAutoFit/>
          </a:bodyPr>
          <a:lstStyle/>
          <a:p>
            <a:r>
              <a:rPr lang="fr-FR" dirty="0"/>
              <a:t>README.md</a:t>
            </a:r>
            <a:endParaRPr lang="en-US" dirty="0"/>
          </a:p>
        </p:txBody>
      </p:sp>
      <p:sp>
        <p:nvSpPr>
          <p:cNvPr id="57" name="TextBox 56">
            <a:extLst>
              <a:ext uri="{FF2B5EF4-FFF2-40B4-BE49-F238E27FC236}">
                <a16:creationId xmlns:a16="http://schemas.microsoft.com/office/drawing/2014/main" id="{8F0B760E-218B-B144-0B7A-3ED3B1DD757E}"/>
              </a:ext>
            </a:extLst>
          </p:cNvPr>
          <p:cNvSpPr txBox="1"/>
          <p:nvPr/>
        </p:nvSpPr>
        <p:spPr>
          <a:xfrm>
            <a:off x="6886157" y="1708784"/>
            <a:ext cx="1587807" cy="369332"/>
          </a:xfrm>
          <a:prstGeom prst="rect">
            <a:avLst/>
          </a:prstGeom>
          <a:noFill/>
        </p:spPr>
        <p:txBody>
          <a:bodyPr wrap="none" rtlCol="0">
            <a:spAutoFit/>
          </a:bodyPr>
          <a:lstStyle/>
          <a:p>
            <a:r>
              <a:rPr lang="fr-FR" dirty="0">
                <a:solidFill>
                  <a:schemeClr val="bg2">
                    <a:lumMod val="10000"/>
                  </a:schemeClr>
                </a:solidFill>
              </a:rPr>
              <a:t>Dash interface </a:t>
            </a:r>
            <a:endParaRPr lang="en-US" dirty="0">
              <a:solidFill>
                <a:schemeClr val="bg2">
                  <a:lumMod val="10000"/>
                </a:schemeClr>
              </a:solidFill>
            </a:endParaRPr>
          </a:p>
        </p:txBody>
      </p:sp>
      <p:cxnSp>
        <p:nvCxnSpPr>
          <p:cNvPr id="58" name="Straight Arrow Connector 57">
            <a:extLst>
              <a:ext uri="{FF2B5EF4-FFF2-40B4-BE49-F238E27FC236}">
                <a16:creationId xmlns:a16="http://schemas.microsoft.com/office/drawing/2014/main" id="{43F39766-9079-A644-21EC-BBB9D23C227C}"/>
              </a:ext>
            </a:extLst>
          </p:cNvPr>
          <p:cNvCxnSpPr>
            <a:cxnSpLocks/>
            <a:stCxn id="52" idx="3"/>
            <a:endCxn id="59" idx="1"/>
          </p:cNvCxnSpPr>
          <p:nvPr/>
        </p:nvCxnSpPr>
        <p:spPr>
          <a:xfrm>
            <a:off x="5943600" y="2933092"/>
            <a:ext cx="942558" cy="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A6EFD51E-E508-606B-8EC1-EA8BA754E160}"/>
              </a:ext>
            </a:extLst>
          </p:cNvPr>
          <p:cNvSpPr txBox="1"/>
          <p:nvPr/>
        </p:nvSpPr>
        <p:spPr>
          <a:xfrm>
            <a:off x="6886158" y="2749406"/>
            <a:ext cx="3356945" cy="369332"/>
          </a:xfrm>
          <a:prstGeom prst="rect">
            <a:avLst/>
          </a:prstGeom>
          <a:noFill/>
        </p:spPr>
        <p:txBody>
          <a:bodyPr wrap="none" rtlCol="0">
            <a:spAutoFit/>
          </a:bodyPr>
          <a:lstStyle/>
          <a:p>
            <a:r>
              <a:rPr lang="fr-FR" dirty="0">
                <a:solidFill>
                  <a:schemeClr val="bg2">
                    <a:lumMod val="10000"/>
                  </a:schemeClr>
                </a:solidFill>
              </a:rPr>
              <a:t>Gym environment for power </a:t>
            </a:r>
            <a:r>
              <a:rPr lang="fr-FR" dirty="0" err="1">
                <a:solidFill>
                  <a:schemeClr val="bg2">
                    <a:lumMod val="10000"/>
                  </a:schemeClr>
                </a:solidFill>
              </a:rPr>
              <a:t>grids</a:t>
            </a:r>
            <a:endParaRPr lang="en-US" dirty="0">
              <a:solidFill>
                <a:schemeClr val="bg2">
                  <a:lumMod val="10000"/>
                </a:schemeClr>
              </a:solidFill>
            </a:endParaRPr>
          </a:p>
        </p:txBody>
      </p:sp>
      <p:cxnSp>
        <p:nvCxnSpPr>
          <p:cNvPr id="63" name="Straight Arrow Connector 62">
            <a:extLst>
              <a:ext uri="{FF2B5EF4-FFF2-40B4-BE49-F238E27FC236}">
                <a16:creationId xmlns:a16="http://schemas.microsoft.com/office/drawing/2014/main" id="{3F42E93B-4E8F-72BC-9C95-8DCDBA801C59}"/>
              </a:ext>
            </a:extLst>
          </p:cNvPr>
          <p:cNvCxnSpPr>
            <a:cxnSpLocks/>
          </p:cNvCxnSpPr>
          <p:nvPr/>
        </p:nvCxnSpPr>
        <p:spPr>
          <a:xfrm>
            <a:off x="4742250" y="1900006"/>
            <a:ext cx="2143908" cy="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2D334BD0-DB3F-5395-0572-8B758A878E12}"/>
              </a:ext>
            </a:extLst>
          </p:cNvPr>
          <p:cNvSpPr txBox="1"/>
          <p:nvPr/>
        </p:nvSpPr>
        <p:spPr>
          <a:xfrm>
            <a:off x="6886158" y="3248172"/>
            <a:ext cx="3763018" cy="369332"/>
          </a:xfrm>
          <a:prstGeom prst="rect">
            <a:avLst/>
          </a:prstGeom>
          <a:noFill/>
        </p:spPr>
        <p:txBody>
          <a:bodyPr wrap="none" rtlCol="0">
            <a:spAutoFit/>
          </a:bodyPr>
          <a:lstStyle/>
          <a:p>
            <a:r>
              <a:rPr lang="fr-FR" dirty="0">
                <a:solidFill>
                  <a:schemeClr val="bg2">
                    <a:lumMod val="10000"/>
                  </a:schemeClr>
                </a:solidFill>
              </a:rPr>
              <a:t>The </a:t>
            </a:r>
            <a:r>
              <a:rPr lang="fr-FR" dirty="0" err="1">
                <a:solidFill>
                  <a:schemeClr val="bg2">
                    <a:lumMod val="10000"/>
                  </a:schemeClr>
                </a:solidFill>
              </a:rPr>
              <a:t>dashboard</a:t>
            </a:r>
            <a:r>
              <a:rPr lang="fr-FR" dirty="0">
                <a:solidFill>
                  <a:schemeClr val="bg2">
                    <a:lumMod val="10000"/>
                  </a:schemeClr>
                </a:solidFill>
              </a:rPr>
              <a:t> source files and scripts</a:t>
            </a:r>
            <a:endParaRPr lang="en-US" dirty="0">
              <a:solidFill>
                <a:schemeClr val="bg2">
                  <a:lumMod val="10000"/>
                </a:schemeClr>
              </a:solidFill>
            </a:endParaRPr>
          </a:p>
        </p:txBody>
      </p:sp>
      <p:cxnSp>
        <p:nvCxnSpPr>
          <p:cNvPr id="67" name="Straight Arrow Connector 66">
            <a:extLst>
              <a:ext uri="{FF2B5EF4-FFF2-40B4-BE49-F238E27FC236}">
                <a16:creationId xmlns:a16="http://schemas.microsoft.com/office/drawing/2014/main" id="{732DDBA5-2A84-352E-1421-4A921D57A015}"/>
              </a:ext>
            </a:extLst>
          </p:cNvPr>
          <p:cNvCxnSpPr>
            <a:cxnSpLocks/>
            <a:stCxn id="12" idx="3"/>
            <a:endCxn id="66" idx="1"/>
          </p:cNvCxnSpPr>
          <p:nvPr/>
        </p:nvCxnSpPr>
        <p:spPr>
          <a:xfrm>
            <a:off x="5520901" y="3432838"/>
            <a:ext cx="1365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95E9B3A-0A23-C40D-0187-76831BEA38A6}"/>
              </a:ext>
            </a:extLst>
          </p:cNvPr>
          <p:cNvCxnSpPr>
            <a:cxnSpLocks/>
          </p:cNvCxnSpPr>
          <p:nvPr/>
        </p:nvCxnSpPr>
        <p:spPr>
          <a:xfrm>
            <a:off x="5520901" y="3977966"/>
            <a:ext cx="1365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0B637676-BBFC-3223-3E05-56C0FAAF09D5}"/>
              </a:ext>
            </a:extLst>
          </p:cNvPr>
          <p:cNvSpPr txBox="1"/>
          <p:nvPr/>
        </p:nvSpPr>
        <p:spPr>
          <a:xfrm>
            <a:off x="6886158" y="3781512"/>
            <a:ext cx="3844707" cy="369332"/>
          </a:xfrm>
          <a:prstGeom prst="rect">
            <a:avLst/>
          </a:prstGeom>
          <a:noFill/>
        </p:spPr>
        <p:txBody>
          <a:bodyPr wrap="none" rtlCol="0">
            <a:spAutoFit/>
          </a:bodyPr>
          <a:lstStyle/>
          <a:p>
            <a:r>
              <a:rPr lang="fr-FR" dirty="0">
                <a:solidFill>
                  <a:schemeClr val="bg2">
                    <a:lumMod val="10000"/>
                  </a:schemeClr>
                </a:solidFill>
              </a:rPr>
              <a:t>Set of callbacks for buttons and actions</a:t>
            </a:r>
            <a:endParaRPr lang="en-US" dirty="0">
              <a:solidFill>
                <a:schemeClr val="bg2">
                  <a:lumMod val="10000"/>
                </a:schemeClr>
              </a:solidFill>
            </a:endParaRPr>
          </a:p>
        </p:txBody>
      </p:sp>
      <p:pic>
        <p:nvPicPr>
          <p:cNvPr id="74" name="Graphic 73" descr="Paper outline">
            <a:extLst>
              <a:ext uri="{FF2B5EF4-FFF2-40B4-BE49-F238E27FC236}">
                <a16:creationId xmlns:a16="http://schemas.microsoft.com/office/drawing/2014/main" id="{22149969-8E52-C635-33A9-83EA7F1CA2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56545" y="4644075"/>
            <a:ext cx="457200" cy="457200"/>
          </a:xfrm>
          <a:prstGeom prst="rect">
            <a:avLst/>
          </a:prstGeom>
        </p:spPr>
      </p:pic>
      <p:grpSp>
        <p:nvGrpSpPr>
          <p:cNvPr id="75" name="Group 74">
            <a:extLst>
              <a:ext uri="{FF2B5EF4-FFF2-40B4-BE49-F238E27FC236}">
                <a16:creationId xmlns:a16="http://schemas.microsoft.com/office/drawing/2014/main" id="{0B386A9F-1AB3-F62E-C206-36AA381CC514}"/>
              </a:ext>
            </a:extLst>
          </p:cNvPr>
          <p:cNvGrpSpPr/>
          <p:nvPr/>
        </p:nvGrpSpPr>
        <p:grpSpPr>
          <a:xfrm>
            <a:off x="2789621" y="5162891"/>
            <a:ext cx="592962" cy="341300"/>
            <a:chOff x="1875368" y="3104635"/>
            <a:chExt cx="592962" cy="341300"/>
          </a:xfrm>
        </p:grpSpPr>
        <p:cxnSp>
          <p:nvCxnSpPr>
            <p:cNvPr id="76" name="Straight Connector 75">
              <a:extLst>
                <a:ext uri="{FF2B5EF4-FFF2-40B4-BE49-F238E27FC236}">
                  <a16:creationId xmlns:a16="http://schemas.microsoft.com/office/drawing/2014/main" id="{CDE2316B-089D-1160-A28D-BA096E0E17B2}"/>
                </a:ext>
              </a:extLst>
            </p:cNvPr>
            <p:cNvCxnSpPr>
              <a:cxnSpLocks/>
            </p:cNvCxnSpPr>
            <p:nvPr/>
          </p:nvCxnSpPr>
          <p:spPr>
            <a:xfrm>
              <a:off x="1875368" y="3104635"/>
              <a:ext cx="0" cy="341300"/>
            </a:xfrm>
            <a:prstGeom prst="line">
              <a:avLst/>
            </a:prstGeom>
          </p:spPr>
          <p:style>
            <a:lnRef idx="3">
              <a:schemeClr val="dk1"/>
            </a:lnRef>
            <a:fillRef idx="0">
              <a:schemeClr val="dk1"/>
            </a:fillRef>
            <a:effectRef idx="2">
              <a:schemeClr val="dk1"/>
            </a:effectRef>
            <a:fontRef idx="minor">
              <a:schemeClr val="tx1"/>
            </a:fontRef>
          </p:style>
        </p:cxnSp>
        <p:cxnSp>
          <p:nvCxnSpPr>
            <p:cNvPr id="77" name="Straight Connector 76">
              <a:extLst>
                <a:ext uri="{FF2B5EF4-FFF2-40B4-BE49-F238E27FC236}">
                  <a16:creationId xmlns:a16="http://schemas.microsoft.com/office/drawing/2014/main" id="{C1A281C3-0F0E-E654-9506-C80451AA7050}"/>
                </a:ext>
              </a:extLst>
            </p:cNvPr>
            <p:cNvCxnSpPr>
              <a:cxnSpLocks/>
            </p:cNvCxnSpPr>
            <p:nvPr/>
          </p:nvCxnSpPr>
          <p:spPr>
            <a:xfrm flipH="1">
              <a:off x="1875368" y="3272370"/>
              <a:ext cx="592962" cy="0"/>
            </a:xfrm>
            <a:prstGeom prst="line">
              <a:avLst/>
            </a:prstGeom>
          </p:spPr>
          <p:style>
            <a:lnRef idx="3">
              <a:schemeClr val="dk1"/>
            </a:lnRef>
            <a:fillRef idx="0">
              <a:schemeClr val="dk1"/>
            </a:fillRef>
            <a:effectRef idx="2">
              <a:schemeClr val="dk1"/>
            </a:effectRef>
            <a:fontRef idx="minor">
              <a:schemeClr val="tx1"/>
            </a:fontRef>
          </p:style>
        </p:cxnSp>
      </p:grpSp>
      <p:pic>
        <p:nvPicPr>
          <p:cNvPr id="78" name="Graphic 77" descr="Paper outline">
            <a:extLst>
              <a:ext uri="{FF2B5EF4-FFF2-40B4-BE49-F238E27FC236}">
                <a16:creationId xmlns:a16="http://schemas.microsoft.com/office/drawing/2014/main" id="{2F2A1F42-144B-42BF-04B4-F9575D2AF0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56545" y="5153065"/>
            <a:ext cx="457200" cy="457200"/>
          </a:xfrm>
          <a:prstGeom prst="rect">
            <a:avLst/>
          </a:prstGeom>
        </p:spPr>
      </p:pic>
      <p:sp>
        <p:nvSpPr>
          <p:cNvPr id="79" name="TextBox 78">
            <a:extLst>
              <a:ext uri="{FF2B5EF4-FFF2-40B4-BE49-F238E27FC236}">
                <a16:creationId xmlns:a16="http://schemas.microsoft.com/office/drawing/2014/main" id="{F5BFBA1E-DBFC-BAE3-1FF7-F2996CB6AA82}"/>
              </a:ext>
            </a:extLst>
          </p:cNvPr>
          <p:cNvSpPr txBox="1"/>
          <p:nvPr/>
        </p:nvSpPr>
        <p:spPr>
          <a:xfrm>
            <a:off x="4214108" y="5171129"/>
            <a:ext cx="1996911" cy="369332"/>
          </a:xfrm>
          <a:prstGeom prst="rect">
            <a:avLst/>
          </a:prstGeom>
          <a:noFill/>
        </p:spPr>
        <p:txBody>
          <a:bodyPr wrap="square" rtlCol="0">
            <a:spAutoFit/>
          </a:bodyPr>
          <a:lstStyle/>
          <a:p>
            <a:r>
              <a:rPr lang="fr-FR" dirty="0"/>
              <a:t>services.py</a:t>
            </a:r>
            <a:endParaRPr lang="en-US" dirty="0"/>
          </a:p>
        </p:txBody>
      </p:sp>
      <p:sp>
        <p:nvSpPr>
          <p:cNvPr id="80" name="TextBox 79">
            <a:extLst>
              <a:ext uri="{FF2B5EF4-FFF2-40B4-BE49-F238E27FC236}">
                <a16:creationId xmlns:a16="http://schemas.microsoft.com/office/drawing/2014/main" id="{72A3E557-5AA7-C7E6-2BB5-550C66BEA271}"/>
              </a:ext>
            </a:extLst>
          </p:cNvPr>
          <p:cNvSpPr txBox="1"/>
          <p:nvPr/>
        </p:nvSpPr>
        <p:spPr>
          <a:xfrm>
            <a:off x="6886158" y="4628208"/>
            <a:ext cx="4937377" cy="369332"/>
          </a:xfrm>
          <a:prstGeom prst="rect">
            <a:avLst/>
          </a:prstGeom>
          <a:noFill/>
        </p:spPr>
        <p:txBody>
          <a:bodyPr wrap="none" rtlCol="0">
            <a:spAutoFit/>
          </a:bodyPr>
          <a:lstStyle/>
          <a:p>
            <a:r>
              <a:rPr lang="fr-FR" dirty="0">
                <a:solidFill>
                  <a:schemeClr val="bg2">
                    <a:lumMod val="10000"/>
                  </a:schemeClr>
                </a:solidFill>
              </a:rPr>
              <a:t>The </a:t>
            </a:r>
            <a:r>
              <a:rPr lang="fr-FR" sz="1400" dirty="0">
                <a:solidFill>
                  <a:schemeClr val="bg2">
                    <a:lumMod val="10000"/>
                  </a:schemeClr>
                </a:solidFill>
                <a:latin typeface="Source Code Pro" panose="020B0509030403020204" pitchFamily="49" charset="0"/>
                <a:ea typeface="Source Code Pro" panose="020B0509030403020204" pitchFamily="49" charset="0"/>
              </a:rPr>
              <a:t>app</a:t>
            </a:r>
            <a:r>
              <a:rPr lang="fr-FR" dirty="0">
                <a:solidFill>
                  <a:schemeClr val="bg2">
                    <a:lumMod val="10000"/>
                  </a:schemeClr>
                </a:solidFill>
              </a:rPr>
              <a:t> file to </a:t>
            </a:r>
            <a:r>
              <a:rPr lang="fr-FR" dirty="0" err="1">
                <a:solidFill>
                  <a:schemeClr val="bg2">
                    <a:lumMod val="10000"/>
                  </a:schemeClr>
                </a:solidFill>
              </a:rPr>
              <a:t>be</a:t>
            </a:r>
            <a:r>
              <a:rPr lang="fr-FR" dirty="0">
                <a:solidFill>
                  <a:schemeClr val="bg2">
                    <a:lumMod val="10000"/>
                  </a:schemeClr>
                </a:solidFill>
              </a:rPr>
              <a:t> </a:t>
            </a:r>
            <a:r>
              <a:rPr lang="fr-FR" dirty="0" err="1">
                <a:solidFill>
                  <a:schemeClr val="bg2">
                    <a:lumMod val="10000"/>
                  </a:schemeClr>
                </a:solidFill>
              </a:rPr>
              <a:t>executed</a:t>
            </a:r>
            <a:r>
              <a:rPr lang="fr-FR" dirty="0">
                <a:solidFill>
                  <a:schemeClr val="bg2">
                    <a:lumMod val="10000"/>
                  </a:schemeClr>
                </a:solidFill>
              </a:rPr>
              <a:t> </a:t>
            </a:r>
            <a:r>
              <a:rPr lang="fr-FR" dirty="0" err="1">
                <a:solidFill>
                  <a:schemeClr val="bg2">
                    <a:lumMod val="10000"/>
                  </a:schemeClr>
                </a:solidFill>
              </a:rPr>
              <a:t>using</a:t>
            </a:r>
            <a:r>
              <a:rPr lang="fr-FR" dirty="0">
                <a:solidFill>
                  <a:schemeClr val="bg2">
                    <a:lumMod val="10000"/>
                  </a:schemeClr>
                </a:solidFill>
              </a:rPr>
              <a:t> </a:t>
            </a:r>
            <a:r>
              <a:rPr lang="fr-FR" sz="1400" dirty="0">
                <a:solidFill>
                  <a:schemeClr val="bg2">
                    <a:lumMod val="10000"/>
                  </a:schemeClr>
                </a:solidFill>
                <a:latin typeface="Source Code Pro" panose="020B0509030403020204" pitchFamily="49" charset="0"/>
                <a:ea typeface="Source Code Pro" panose="020B0509030403020204" pitchFamily="49" charset="0"/>
              </a:rPr>
              <a:t>python</a:t>
            </a:r>
            <a:r>
              <a:rPr lang="fr-FR" dirty="0">
                <a:solidFill>
                  <a:schemeClr val="bg2">
                    <a:lumMod val="10000"/>
                  </a:schemeClr>
                </a:solidFill>
              </a:rPr>
              <a:t> command</a:t>
            </a:r>
            <a:endParaRPr lang="en-US" dirty="0">
              <a:solidFill>
                <a:schemeClr val="bg2">
                  <a:lumMod val="10000"/>
                </a:schemeClr>
              </a:solidFill>
            </a:endParaRPr>
          </a:p>
        </p:txBody>
      </p:sp>
      <p:cxnSp>
        <p:nvCxnSpPr>
          <p:cNvPr id="81" name="Straight Arrow Connector 80">
            <a:extLst>
              <a:ext uri="{FF2B5EF4-FFF2-40B4-BE49-F238E27FC236}">
                <a16:creationId xmlns:a16="http://schemas.microsoft.com/office/drawing/2014/main" id="{51ADDA31-DD78-4506-F8F4-EEAE332FCDC0}"/>
              </a:ext>
            </a:extLst>
          </p:cNvPr>
          <p:cNvCxnSpPr>
            <a:cxnSpLocks/>
          </p:cNvCxnSpPr>
          <p:nvPr/>
        </p:nvCxnSpPr>
        <p:spPr>
          <a:xfrm>
            <a:off x="6012611" y="4836788"/>
            <a:ext cx="8735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F8D3C37-CD8A-D8A9-BA19-6EE80E850422}"/>
              </a:ext>
            </a:extLst>
          </p:cNvPr>
          <p:cNvCxnSpPr>
            <a:cxnSpLocks/>
          </p:cNvCxnSpPr>
          <p:nvPr/>
        </p:nvCxnSpPr>
        <p:spPr>
          <a:xfrm>
            <a:off x="5615796" y="5381665"/>
            <a:ext cx="1270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9C61CB77-2B42-D505-D98B-ECF516BBF4CB}"/>
              </a:ext>
            </a:extLst>
          </p:cNvPr>
          <p:cNvSpPr txBox="1"/>
          <p:nvPr/>
        </p:nvSpPr>
        <p:spPr>
          <a:xfrm>
            <a:off x="6886157" y="5024890"/>
            <a:ext cx="5009667" cy="646331"/>
          </a:xfrm>
          <a:prstGeom prst="rect">
            <a:avLst/>
          </a:prstGeom>
          <a:noFill/>
        </p:spPr>
        <p:txBody>
          <a:bodyPr wrap="square" rtlCol="0">
            <a:spAutoFit/>
          </a:bodyPr>
          <a:lstStyle/>
          <a:p>
            <a:r>
              <a:rPr lang="fr-FR" dirty="0">
                <a:solidFill>
                  <a:schemeClr val="bg2">
                    <a:lumMod val="10000"/>
                  </a:schemeClr>
                </a:solidFill>
              </a:rPr>
              <a:t>Services </a:t>
            </a:r>
            <a:r>
              <a:rPr lang="fr-FR" dirty="0" err="1">
                <a:solidFill>
                  <a:schemeClr val="bg2">
                    <a:lumMod val="10000"/>
                  </a:schemeClr>
                </a:solidFill>
              </a:rPr>
              <a:t>including</a:t>
            </a:r>
            <a:r>
              <a:rPr lang="fr-FR" dirty="0">
                <a:solidFill>
                  <a:schemeClr val="bg2">
                    <a:lumMod val="10000"/>
                  </a:schemeClr>
                </a:solidFill>
              </a:rPr>
              <a:t> the import of AI agent and environment and </a:t>
            </a:r>
            <a:r>
              <a:rPr lang="fr-FR" dirty="0" err="1">
                <a:solidFill>
                  <a:schemeClr val="bg2">
                    <a:lumMod val="10000"/>
                  </a:schemeClr>
                </a:solidFill>
              </a:rPr>
              <a:t>some</a:t>
            </a:r>
            <a:r>
              <a:rPr lang="fr-FR" dirty="0">
                <a:solidFill>
                  <a:schemeClr val="bg2">
                    <a:lumMod val="10000"/>
                  </a:schemeClr>
                </a:solidFill>
              </a:rPr>
              <a:t> utility </a:t>
            </a:r>
            <a:r>
              <a:rPr lang="fr-FR" dirty="0" err="1">
                <a:solidFill>
                  <a:schemeClr val="bg2">
                    <a:lumMod val="10000"/>
                  </a:schemeClr>
                </a:solidFill>
              </a:rPr>
              <a:t>functions</a:t>
            </a:r>
            <a:endParaRPr lang="en-US" dirty="0">
              <a:solidFill>
                <a:schemeClr val="bg2">
                  <a:lumMod val="10000"/>
                </a:schemeClr>
              </a:solidFill>
            </a:endParaRPr>
          </a:p>
        </p:txBody>
      </p:sp>
      <p:cxnSp>
        <p:nvCxnSpPr>
          <p:cNvPr id="86" name="Straight Arrow Connector 85">
            <a:extLst>
              <a:ext uri="{FF2B5EF4-FFF2-40B4-BE49-F238E27FC236}">
                <a16:creationId xmlns:a16="http://schemas.microsoft.com/office/drawing/2014/main" id="{953F5A59-D4F1-2E42-9556-BACFFE9A8F73}"/>
              </a:ext>
            </a:extLst>
          </p:cNvPr>
          <p:cNvCxnSpPr>
            <a:cxnSpLocks/>
          </p:cNvCxnSpPr>
          <p:nvPr/>
        </p:nvCxnSpPr>
        <p:spPr>
          <a:xfrm>
            <a:off x="3162383" y="5792668"/>
            <a:ext cx="1270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C346C070-2882-81E2-7F1C-0BE9B856B284}"/>
              </a:ext>
            </a:extLst>
          </p:cNvPr>
          <p:cNvSpPr txBox="1"/>
          <p:nvPr/>
        </p:nvSpPr>
        <p:spPr>
          <a:xfrm>
            <a:off x="4511958" y="5608002"/>
            <a:ext cx="2568524" cy="369332"/>
          </a:xfrm>
          <a:prstGeom prst="rect">
            <a:avLst/>
          </a:prstGeom>
          <a:noFill/>
        </p:spPr>
        <p:txBody>
          <a:bodyPr wrap="none" rtlCol="0">
            <a:spAutoFit/>
          </a:bodyPr>
          <a:lstStyle/>
          <a:p>
            <a:r>
              <a:rPr lang="fr-FR" dirty="0">
                <a:solidFill>
                  <a:schemeClr val="bg2">
                    <a:lumMod val="10000"/>
                  </a:schemeClr>
                </a:solidFill>
              </a:rPr>
              <a:t>Mozilla Public License 2.0</a:t>
            </a:r>
            <a:endParaRPr lang="en-US" dirty="0">
              <a:solidFill>
                <a:schemeClr val="bg2">
                  <a:lumMod val="10000"/>
                </a:schemeClr>
              </a:solidFill>
            </a:endParaRPr>
          </a:p>
        </p:txBody>
      </p:sp>
      <p:sp>
        <p:nvSpPr>
          <p:cNvPr id="88" name="TextBox 87">
            <a:extLst>
              <a:ext uri="{FF2B5EF4-FFF2-40B4-BE49-F238E27FC236}">
                <a16:creationId xmlns:a16="http://schemas.microsoft.com/office/drawing/2014/main" id="{7C790421-B42B-065F-AFF7-7A3E814665C3}"/>
              </a:ext>
            </a:extLst>
          </p:cNvPr>
          <p:cNvSpPr txBox="1"/>
          <p:nvPr/>
        </p:nvSpPr>
        <p:spPr>
          <a:xfrm>
            <a:off x="4511958" y="6018099"/>
            <a:ext cx="4780668" cy="369332"/>
          </a:xfrm>
          <a:prstGeom prst="rect">
            <a:avLst/>
          </a:prstGeom>
          <a:noFill/>
        </p:spPr>
        <p:txBody>
          <a:bodyPr wrap="none" rtlCol="0">
            <a:spAutoFit/>
          </a:bodyPr>
          <a:lstStyle/>
          <a:p>
            <a:r>
              <a:rPr lang="fr-FR" dirty="0">
                <a:solidFill>
                  <a:schemeClr val="bg2">
                    <a:lumMod val="10000"/>
                  </a:schemeClr>
                </a:solidFill>
              </a:rPr>
              <a:t>README file </a:t>
            </a:r>
            <a:r>
              <a:rPr lang="fr-FR" dirty="0" err="1">
                <a:solidFill>
                  <a:schemeClr val="bg2">
                    <a:lumMod val="10000"/>
                  </a:schemeClr>
                </a:solidFill>
              </a:rPr>
              <a:t>including</a:t>
            </a:r>
            <a:r>
              <a:rPr lang="fr-FR" dirty="0">
                <a:solidFill>
                  <a:schemeClr val="bg2">
                    <a:lumMod val="10000"/>
                  </a:schemeClr>
                </a:solidFill>
              </a:rPr>
              <a:t> instruction for installation</a:t>
            </a:r>
            <a:endParaRPr lang="en-US" dirty="0">
              <a:solidFill>
                <a:schemeClr val="bg2">
                  <a:lumMod val="10000"/>
                </a:schemeClr>
              </a:solidFill>
            </a:endParaRPr>
          </a:p>
        </p:txBody>
      </p:sp>
      <p:cxnSp>
        <p:nvCxnSpPr>
          <p:cNvPr id="89" name="Straight Arrow Connector 88">
            <a:extLst>
              <a:ext uri="{FF2B5EF4-FFF2-40B4-BE49-F238E27FC236}">
                <a16:creationId xmlns:a16="http://schemas.microsoft.com/office/drawing/2014/main" id="{09CE820E-D11B-1246-B222-15DFD5926A4D}"/>
              </a:ext>
            </a:extLst>
          </p:cNvPr>
          <p:cNvCxnSpPr>
            <a:cxnSpLocks/>
          </p:cNvCxnSpPr>
          <p:nvPr/>
        </p:nvCxnSpPr>
        <p:spPr>
          <a:xfrm>
            <a:off x="3666226" y="6210684"/>
            <a:ext cx="7665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572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CD37-7F6F-C670-36C1-735EC6F5EFBA}"/>
              </a:ext>
            </a:extLst>
          </p:cNvPr>
          <p:cNvSpPr>
            <a:spLocks noGrp="1"/>
          </p:cNvSpPr>
          <p:nvPr>
            <p:ph type="title"/>
          </p:nvPr>
        </p:nvSpPr>
        <p:spPr/>
        <p:txBody>
          <a:bodyPr/>
          <a:lstStyle/>
          <a:p>
            <a:r>
              <a:rPr lang="fr-FR" dirty="0"/>
              <a:t>Inputs and </a:t>
            </a:r>
            <a:r>
              <a:rPr lang="fr-FR" dirty="0" err="1"/>
              <a:t>requirements</a:t>
            </a:r>
            <a:endParaRPr lang="en-US" dirty="0"/>
          </a:p>
        </p:txBody>
      </p:sp>
      <p:sp>
        <p:nvSpPr>
          <p:cNvPr id="3" name="Content Placeholder 2">
            <a:extLst>
              <a:ext uri="{FF2B5EF4-FFF2-40B4-BE49-F238E27FC236}">
                <a16:creationId xmlns:a16="http://schemas.microsoft.com/office/drawing/2014/main" id="{75CFB5A0-5222-32A6-2FE7-709510ADAD96}"/>
              </a:ext>
            </a:extLst>
          </p:cNvPr>
          <p:cNvSpPr>
            <a:spLocks noGrp="1"/>
          </p:cNvSpPr>
          <p:nvPr>
            <p:ph idx="1"/>
          </p:nvPr>
        </p:nvSpPr>
        <p:spPr>
          <a:xfrm>
            <a:off x="838200" y="1825625"/>
            <a:ext cx="10436525" cy="4351338"/>
          </a:xfrm>
        </p:spPr>
        <p:txBody>
          <a:bodyPr/>
          <a:lstStyle/>
          <a:p>
            <a:r>
              <a:rPr lang="en-US" noProof="0" dirty="0"/>
              <a:t>RL agent  </a:t>
            </a:r>
            <a:r>
              <a:rPr lang="en-US" noProof="0" dirty="0">
                <a:solidFill>
                  <a:schemeClr val="accent1"/>
                </a:solidFill>
              </a:rPr>
              <a:t>→</a:t>
            </a:r>
            <a:r>
              <a:rPr lang="en-US" noProof="0" dirty="0"/>
              <a:t>  For the moment the explainability tool is adapted for the agents developed in Taks 2.1 of the project (</a:t>
            </a:r>
            <a:r>
              <a:rPr lang="en-US" noProof="0" dirty="0" err="1"/>
              <a:t>knoweldge</a:t>
            </a:r>
            <a:r>
              <a:rPr lang="en-US" noProof="0" dirty="0"/>
              <a:t>-assisted AI)</a:t>
            </a:r>
          </a:p>
          <a:p>
            <a:pPr lvl="1"/>
            <a:r>
              <a:rPr lang="en-US" noProof="0" dirty="0"/>
              <a:t>These agents could be installed as a package by cloning the corresponding </a:t>
            </a:r>
            <a:r>
              <a:rPr lang="en-US" noProof="0" dirty="0" err="1"/>
              <a:t>Github</a:t>
            </a:r>
            <a:r>
              <a:rPr lang="en-US" noProof="0" dirty="0"/>
              <a:t> repository</a:t>
            </a:r>
          </a:p>
          <a:p>
            <a:pPr lvl="1"/>
            <a:endParaRPr lang="en-US" dirty="0"/>
          </a:p>
          <a:p>
            <a:pPr lvl="1"/>
            <a:endParaRPr lang="en-US" noProof="0" dirty="0"/>
          </a:p>
          <a:p>
            <a:r>
              <a:rPr lang="en-US" dirty="0"/>
              <a:t>RL environment  </a:t>
            </a:r>
            <a:r>
              <a:rPr lang="en-US" dirty="0">
                <a:solidFill>
                  <a:schemeClr val="accent1"/>
                </a:solidFill>
              </a:rPr>
              <a:t>→  </a:t>
            </a:r>
            <a:r>
              <a:rPr lang="en-US" dirty="0"/>
              <a:t>Using the Power Grid scenario designed for AI4REALNET project (</a:t>
            </a:r>
            <a:r>
              <a:rPr lang="en-US" sz="1600" dirty="0">
                <a:latin typeface="Source Code Pro" panose="020B0509030403020204" pitchFamily="49" charset="0"/>
                <a:ea typeface="Source Code Pro" panose="020B0509030403020204" pitchFamily="49" charset="0"/>
              </a:rPr>
              <a:t>ai4realnet_small</a:t>
            </a:r>
            <a:r>
              <a:rPr lang="en-US" dirty="0"/>
              <a:t>)</a:t>
            </a:r>
          </a:p>
          <a:p>
            <a:pPr lvl="1"/>
            <a:r>
              <a:rPr lang="en-US" dirty="0"/>
              <a:t>This scenario could be obtained using the corresponding </a:t>
            </a:r>
            <a:r>
              <a:rPr lang="en-US" dirty="0" err="1"/>
              <a:t>Github</a:t>
            </a:r>
            <a:r>
              <a:rPr lang="en-US" dirty="0"/>
              <a:t> repository </a:t>
            </a:r>
          </a:p>
          <a:p>
            <a:pPr lvl="1"/>
            <a:endParaRPr lang="en-US" dirty="0"/>
          </a:p>
          <a:p>
            <a:r>
              <a:rPr lang="en-US" dirty="0" err="1"/>
              <a:t>Dependecies</a:t>
            </a:r>
            <a:r>
              <a:rPr lang="en-US" dirty="0"/>
              <a:t>  </a:t>
            </a:r>
            <a:r>
              <a:rPr lang="en-US" dirty="0">
                <a:solidFill>
                  <a:schemeClr val="accent1"/>
                </a:solidFill>
              </a:rPr>
              <a:t>→  </a:t>
            </a:r>
            <a:r>
              <a:rPr lang="en-US" dirty="0"/>
              <a:t>Installing the dependencies for this package using the requirements file provided in the </a:t>
            </a:r>
            <a:r>
              <a:rPr lang="en-US" dirty="0" err="1"/>
              <a:t>Github</a:t>
            </a:r>
            <a:r>
              <a:rPr lang="en-US" dirty="0"/>
              <a:t> repository</a:t>
            </a:r>
          </a:p>
          <a:p>
            <a:pPr lvl="1"/>
            <a:endParaRPr lang="en-US" noProof="0" dirty="0"/>
          </a:p>
          <a:p>
            <a:pPr lvl="1"/>
            <a:endParaRPr lang="en-US" dirty="0"/>
          </a:p>
          <a:p>
            <a:pPr lvl="1"/>
            <a:endParaRPr lang="en-US" noProof="0" dirty="0"/>
          </a:p>
          <a:p>
            <a:pPr lvl="1"/>
            <a:endParaRPr lang="en-US" dirty="0"/>
          </a:p>
          <a:p>
            <a:endParaRPr lang="en-US" noProof="0" dirty="0"/>
          </a:p>
          <a:p>
            <a:endParaRPr lang="en-US" noProof="0" dirty="0"/>
          </a:p>
          <a:p>
            <a:endParaRPr lang="en-US" noProof="0" dirty="0"/>
          </a:p>
        </p:txBody>
      </p:sp>
      <p:pic>
        <p:nvPicPr>
          <p:cNvPr id="4" name="Picture 3">
            <a:extLst>
              <a:ext uri="{FF2B5EF4-FFF2-40B4-BE49-F238E27FC236}">
                <a16:creationId xmlns:a16="http://schemas.microsoft.com/office/drawing/2014/main" id="{9E9167AE-00ED-B54C-D6BF-253BF494E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4055" y="1898361"/>
            <a:ext cx="990311" cy="990311"/>
          </a:xfrm>
          <a:prstGeom prst="rect">
            <a:avLst/>
          </a:prstGeom>
        </p:spPr>
      </p:pic>
      <p:pic>
        <p:nvPicPr>
          <p:cNvPr id="6" name="Picture 5">
            <a:extLst>
              <a:ext uri="{FF2B5EF4-FFF2-40B4-BE49-F238E27FC236}">
                <a16:creationId xmlns:a16="http://schemas.microsoft.com/office/drawing/2014/main" id="{FBFCAE3D-B6E8-7E82-48AC-C3983A8C3ACF}"/>
              </a:ext>
            </a:extLst>
          </p:cNvPr>
          <p:cNvPicPr>
            <a:picLocks noChangeAspect="1"/>
          </p:cNvPicPr>
          <p:nvPr/>
        </p:nvPicPr>
        <p:blipFill>
          <a:blip r:embed="rId3"/>
          <a:stretch>
            <a:fillRect/>
          </a:stretch>
        </p:blipFill>
        <p:spPr>
          <a:xfrm>
            <a:off x="11124054" y="3512985"/>
            <a:ext cx="990311" cy="990311"/>
          </a:xfrm>
          <a:prstGeom prst="rect">
            <a:avLst/>
          </a:prstGeom>
        </p:spPr>
      </p:pic>
      <p:pic>
        <p:nvPicPr>
          <p:cNvPr id="7" name="Picture 6">
            <a:extLst>
              <a:ext uri="{FF2B5EF4-FFF2-40B4-BE49-F238E27FC236}">
                <a16:creationId xmlns:a16="http://schemas.microsoft.com/office/drawing/2014/main" id="{C9EE3BA9-3DB7-3C15-1FEA-895D08230743}"/>
              </a:ext>
            </a:extLst>
          </p:cNvPr>
          <p:cNvPicPr>
            <a:picLocks noChangeAspect="1"/>
          </p:cNvPicPr>
          <p:nvPr/>
        </p:nvPicPr>
        <p:blipFill>
          <a:blip r:embed="rId4"/>
          <a:stretch>
            <a:fillRect/>
          </a:stretch>
        </p:blipFill>
        <p:spPr>
          <a:xfrm>
            <a:off x="11124053" y="4991562"/>
            <a:ext cx="990312" cy="990312"/>
          </a:xfrm>
          <a:prstGeom prst="rect">
            <a:avLst/>
          </a:prstGeom>
        </p:spPr>
      </p:pic>
    </p:spTree>
    <p:extLst>
      <p:ext uri="{BB962C8B-B14F-4D97-AF65-F5344CB8AC3E}">
        <p14:creationId xmlns:p14="http://schemas.microsoft.com/office/powerpoint/2010/main" val="313430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30FF07-07FC-343A-61C1-7F94D26B9FE1}"/>
              </a:ext>
            </a:extLst>
          </p:cNvPr>
          <p:cNvSpPr>
            <a:spLocks noGrp="1"/>
          </p:cNvSpPr>
          <p:nvPr>
            <p:ph type="title"/>
          </p:nvPr>
        </p:nvSpPr>
        <p:spPr/>
        <p:txBody>
          <a:bodyPr/>
          <a:lstStyle/>
          <a:p>
            <a:r>
              <a:rPr lang="en-US" noProof="0" dirty="0"/>
              <a:t>Dashboard presentation</a:t>
            </a:r>
          </a:p>
        </p:txBody>
      </p:sp>
      <p:sp>
        <p:nvSpPr>
          <p:cNvPr id="4" name="Content Placeholder 3">
            <a:extLst>
              <a:ext uri="{FF2B5EF4-FFF2-40B4-BE49-F238E27FC236}">
                <a16:creationId xmlns:a16="http://schemas.microsoft.com/office/drawing/2014/main" id="{B645308A-025C-A7A8-4023-92DDCD928BCD}"/>
              </a:ext>
            </a:extLst>
          </p:cNvPr>
          <p:cNvSpPr>
            <a:spLocks noGrp="1"/>
          </p:cNvSpPr>
          <p:nvPr>
            <p:ph idx="1"/>
          </p:nvPr>
        </p:nvSpPr>
        <p:spPr>
          <a:xfrm>
            <a:off x="830903" y="1674898"/>
            <a:ext cx="10335639" cy="452340"/>
          </a:xfrm>
        </p:spPr>
        <p:txBody>
          <a:bodyPr>
            <a:normAutofit/>
          </a:bodyPr>
          <a:lstStyle/>
          <a:p>
            <a:r>
              <a:rPr lang="en-US" sz="2000" noProof="0" dirty="0"/>
              <a:t>Suggesting a panel to follow up the agent decision with some statistics and visualizations</a:t>
            </a:r>
          </a:p>
        </p:txBody>
      </p:sp>
      <p:sp>
        <p:nvSpPr>
          <p:cNvPr id="25" name="TextBox 24">
            <a:extLst>
              <a:ext uri="{FF2B5EF4-FFF2-40B4-BE49-F238E27FC236}">
                <a16:creationId xmlns:a16="http://schemas.microsoft.com/office/drawing/2014/main" id="{E3CD02C3-AA96-7173-B47D-D2108C2461BD}"/>
              </a:ext>
            </a:extLst>
          </p:cNvPr>
          <p:cNvSpPr txBox="1"/>
          <p:nvPr/>
        </p:nvSpPr>
        <p:spPr>
          <a:xfrm>
            <a:off x="8925940" y="3037043"/>
            <a:ext cx="2961259" cy="954107"/>
          </a:xfrm>
          <a:prstGeom prst="rect">
            <a:avLst/>
          </a:prstGeom>
          <a:noFill/>
        </p:spPr>
        <p:txBody>
          <a:bodyPr wrap="square" rtlCol="0">
            <a:spAutoFit/>
          </a:bodyPr>
          <a:lstStyle/>
          <a:p>
            <a:r>
              <a:rPr lang="en-US" sz="1400" noProof="0" dirty="0"/>
              <a:t>→ This information shows that the agent takes an action which is outside the zone that may be suggested by an expert method</a:t>
            </a:r>
          </a:p>
        </p:txBody>
      </p:sp>
      <p:grpSp>
        <p:nvGrpSpPr>
          <p:cNvPr id="6" name="Group 5">
            <a:extLst>
              <a:ext uri="{FF2B5EF4-FFF2-40B4-BE49-F238E27FC236}">
                <a16:creationId xmlns:a16="http://schemas.microsoft.com/office/drawing/2014/main" id="{4F369629-AD9A-C8AD-9380-295185BA3524}"/>
              </a:ext>
            </a:extLst>
          </p:cNvPr>
          <p:cNvGrpSpPr/>
          <p:nvPr/>
        </p:nvGrpSpPr>
        <p:grpSpPr>
          <a:xfrm>
            <a:off x="959535" y="2375121"/>
            <a:ext cx="7547574" cy="3707909"/>
            <a:chOff x="959535" y="2375121"/>
            <a:chExt cx="7547574" cy="3707909"/>
          </a:xfrm>
        </p:grpSpPr>
        <p:sp>
          <p:nvSpPr>
            <p:cNvPr id="14" name="Rectangle: Rounded Corners 13">
              <a:extLst>
                <a:ext uri="{FF2B5EF4-FFF2-40B4-BE49-F238E27FC236}">
                  <a16:creationId xmlns:a16="http://schemas.microsoft.com/office/drawing/2014/main" id="{1DDE2784-A04D-47D5-773A-E6690F4D2975}"/>
                </a:ext>
              </a:extLst>
            </p:cNvPr>
            <p:cNvSpPr/>
            <p:nvPr/>
          </p:nvSpPr>
          <p:spPr>
            <a:xfrm>
              <a:off x="1819073" y="2375121"/>
              <a:ext cx="2029838" cy="4123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noProof="0" dirty="0"/>
                <a:t>Statistics</a:t>
              </a:r>
            </a:p>
          </p:txBody>
        </p:sp>
        <p:sp>
          <p:nvSpPr>
            <p:cNvPr id="13" name="Rectangle: Rounded Corners 12">
              <a:extLst>
                <a:ext uri="{FF2B5EF4-FFF2-40B4-BE49-F238E27FC236}">
                  <a16:creationId xmlns:a16="http://schemas.microsoft.com/office/drawing/2014/main" id="{49E1BC1A-CFD3-6EDE-4D9D-F0438403E2B0}"/>
                </a:ext>
              </a:extLst>
            </p:cNvPr>
            <p:cNvSpPr/>
            <p:nvPr/>
          </p:nvSpPr>
          <p:spPr>
            <a:xfrm>
              <a:off x="5726349" y="2375121"/>
              <a:ext cx="2029838" cy="4123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Visualization</a:t>
              </a:r>
            </a:p>
          </p:txBody>
        </p:sp>
        <p:sp>
          <p:nvSpPr>
            <p:cNvPr id="5" name="Rectangle 4">
              <a:extLst>
                <a:ext uri="{FF2B5EF4-FFF2-40B4-BE49-F238E27FC236}">
                  <a16:creationId xmlns:a16="http://schemas.microsoft.com/office/drawing/2014/main" id="{B9921C79-2EA8-55EB-381C-EEC05B353191}"/>
                </a:ext>
              </a:extLst>
            </p:cNvPr>
            <p:cNvSpPr/>
            <p:nvPr/>
          </p:nvSpPr>
          <p:spPr>
            <a:xfrm>
              <a:off x="966281" y="2717260"/>
              <a:ext cx="7470843" cy="3365770"/>
            </a:xfrm>
            <a:prstGeom prst="rect">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cxnSp>
          <p:nvCxnSpPr>
            <p:cNvPr id="7" name="Straight Connector 6">
              <a:extLst>
                <a:ext uri="{FF2B5EF4-FFF2-40B4-BE49-F238E27FC236}">
                  <a16:creationId xmlns:a16="http://schemas.microsoft.com/office/drawing/2014/main" id="{9D49493B-B1C7-0F22-E7E9-53E2E0F99431}"/>
                </a:ext>
              </a:extLst>
            </p:cNvPr>
            <p:cNvCxnSpPr>
              <a:stCxn id="5" idx="0"/>
              <a:endCxn id="5" idx="2"/>
            </p:cNvCxnSpPr>
            <p:nvPr/>
          </p:nvCxnSpPr>
          <p:spPr>
            <a:xfrm>
              <a:off x="4701703" y="2717260"/>
              <a:ext cx="0" cy="3365770"/>
            </a:xfrm>
            <a:prstGeom prst="line">
              <a:avLst/>
            </a:prstGeom>
            <a:ln/>
          </p:spPr>
          <p:style>
            <a:lnRef idx="2">
              <a:schemeClr val="accent6"/>
            </a:lnRef>
            <a:fillRef idx="0">
              <a:schemeClr val="accent6"/>
            </a:fillRef>
            <a:effectRef idx="1">
              <a:schemeClr val="accent6"/>
            </a:effectRef>
            <a:fontRef idx="minor">
              <a:schemeClr val="tx1"/>
            </a:fontRef>
          </p:style>
        </p:cxnSp>
        <p:pic>
          <p:nvPicPr>
            <p:cNvPr id="8" name="Picture 7">
              <a:extLst>
                <a:ext uri="{FF2B5EF4-FFF2-40B4-BE49-F238E27FC236}">
                  <a16:creationId xmlns:a16="http://schemas.microsoft.com/office/drawing/2014/main" id="{D1EDD38D-E66C-5FA0-AB74-03F29B839549}"/>
                </a:ext>
              </a:extLst>
            </p:cNvPr>
            <p:cNvPicPr>
              <a:picLocks noChangeAspect="1"/>
            </p:cNvPicPr>
            <p:nvPr/>
          </p:nvPicPr>
          <p:blipFill>
            <a:blip r:embed="rId2"/>
            <a:stretch>
              <a:fillRect/>
            </a:stretch>
          </p:blipFill>
          <p:spPr>
            <a:xfrm>
              <a:off x="5523904" y="2844946"/>
              <a:ext cx="2078502" cy="3006405"/>
            </a:xfrm>
            <a:prstGeom prst="rect">
              <a:avLst/>
            </a:prstGeom>
          </p:spPr>
        </p:pic>
        <p:sp>
          <p:nvSpPr>
            <p:cNvPr id="9" name="TextBox 8">
              <a:extLst>
                <a:ext uri="{FF2B5EF4-FFF2-40B4-BE49-F238E27FC236}">
                  <a16:creationId xmlns:a16="http://schemas.microsoft.com/office/drawing/2014/main" id="{24C560B5-BAED-33CC-9FFC-3CC022D0CF5D}"/>
                </a:ext>
              </a:extLst>
            </p:cNvPr>
            <p:cNvSpPr txBox="1"/>
            <p:nvPr/>
          </p:nvSpPr>
          <p:spPr>
            <a:xfrm>
              <a:off x="7473017" y="3912062"/>
              <a:ext cx="1034092" cy="738664"/>
            </a:xfrm>
            <a:prstGeom prst="rect">
              <a:avLst/>
            </a:prstGeom>
            <a:noFill/>
          </p:spPr>
          <p:txBody>
            <a:bodyPr wrap="square" rtlCol="0">
              <a:spAutoFit/>
            </a:bodyPr>
            <a:lstStyle/>
            <a:p>
              <a:pPr algn="ctr"/>
              <a:r>
                <a:rPr lang="en-US" sz="1400" noProof="0" dirty="0"/>
                <a:t>Expert Interest Zone</a:t>
              </a:r>
            </a:p>
          </p:txBody>
        </p:sp>
        <p:sp>
          <p:nvSpPr>
            <p:cNvPr id="10" name="Oval 9">
              <a:extLst>
                <a:ext uri="{FF2B5EF4-FFF2-40B4-BE49-F238E27FC236}">
                  <a16:creationId xmlns:a16="http://schemas.microsoft.com/office/drawing/2014/main" id="{4BE49DEC-E8ED-3FAD-C8AC-7EE68E80E019}"/>
                </a:ext>
              </a:extLst>
            </p:cNvPr>
            <p:cNvSpPr/>
            <p:nvPr/>
          </p:nvSpPr>
          <p:spPr>
            <a:xfrm>
              <a:off x="6429718" y="5292784"/>
              <a:ext cx="253314" cy="262934"/>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BF4A84DD-48ED-4680-540A-28E63E0D703D}"/>
                </a:ext>
              </a:extLst>
            </p:cNvPr>
            <p:cNvSpPr txBox="1"/>
            <p:nvPr/>
          </p:nvSpPr>
          <p:spPr>
            <a:xfrm>
              <a:off x="4888363" y="5521275"/>
              <a:ext cx="2170803" cy="523220"/>
            </a:xfrm>
            <a:prstGeom prst="rect">
              <a:avLst/>
            </a:prstGeom>
            <a:noFill/>
          </p:spPr>
          <p:txBody>
            <a:bodyPr wrap="square" rtlCol="0">
              <a:spAutoFit/>
            </a:bodyPr>
            <a:lstStyle/>
            <a:p>
              <a:pPr algn="ctr"/>
              <a:r>
                <a:rPr lang="en-US" sz="1400" noProof="0" dirty="0"/>
                <a:t>Node impacted by the agent action</a:t>
              </a:r>
            </a:p>
          </p:txBody>
        </p:sp>
        <p:sp>
          <p:nvSpPr>
            <p:cNvPr id="15" name="TextBox 14">
              <a:extLst>
                <a:ext uri="{FF2B5EF4-FFF2-40B4-BE49-F238E27FC236}">
                  <a16:creationId xmlns:a16="http://schemas.microsoft.com/office/drawing/2014/main" id="{B8ADDAC9-94A5-B9B4-DC1C-1ECA2D63998C}"/>
                </a:ext>
              </a:extLst>
            </p:cNvPr>
            <p:cNvSpPr txBox="1"/>
            <p:nvPr/>
          </p:nvSpPr>
          <p:spPr>
            <a:xfrm>
              <a:off x="1057071" y="2928346"/>
              <a:ext cx="3592750" cy="523220"/>
            </a:xfrm>
            <a:prstGeom prst="rect">
              <a:avLst/>
            </a:prstGeom>
            <a:noFill/>
          </p:spPr>
          <p:txBody>
            <a:bodyPr wrap="square" rtlCol="0">
              <a:spAutoFit/>
            </a:bodyPr>
            <a:lstStyle/>
            <a:p>
              <a:r>
                <a:rPr lang="en-US" sz="1400" noProof="0" dirty="0">
                  <a:latin typeface="Source Code Pro" panose="020B0509030403020204" pitchFamily="49" charset="0"/>
                  <a:ea typeface="Source Code Pro" panose="020B0509030403020204" pitchFamily="49" charset="0"/>
                </a:rPr>
                <a:t>Agent action distance to the expert knowledge :  </a:t>
              </a:r>
            </a:p>
          </p:txBody>
        </p:sp>
        <p:sp>
          <p:nvSpPr>
            <p:cNvPr id="16" name="Rectangle 15">
              <a:extLst>
                <a:ext uri="{FF2B5EF4-FFF2-40B4-BE49-F238E27FC236}">
                  <a16:creationId xmlns:a16="http://schemas.microsoft.com/office/drawing/2014/main" id="{B046718E-12AD-DB24-76FE-75BAC8573056}"/>
                </a:ext>
              </a:extLst>
            </p:cNvPr>
            <p:cNvSpPr/>
            <p:nvPr/>
          </p:nvSpPr>
          <p:spPr>
            <a:xfrm>
              <a:off x="3459921" y="3203643"/>
              <a:ext cx="927369" cy="218872"/>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noProof="0" dirty="0">
                  <a:latin typeface="Source Code Pro" panose="020B0509030403020204" pitchFamily="49" charset="0"/>
                  <a:ea typeface="Source Code Pro" panose="020B0509030403020204" pitchFamily="49" charset="0"/>
                </a:rPr>
                <a:t>2 hops</a:t>
              </a:r>
            </a:p>
          </p:txBody>
        </p:sp>
        <p:sp>
          <p:nvSpPr>
            <p:cNvPr id="17" name="TextBox 16">
              <a:extLst>
                <a:ext uri="{FF2B5EF4-FFF2-40B4-BE49-F238E27FC236}">
                  <a16:creationId xmlns:a16="http://schemas.microsoft.com/office/drawing/2014/main" id="{8B911A96-2466-87F2-F924-1746869776B5}"/>
                </a:ext>
              </a:extLst>
            </p:cNvPr>
            <p:cNvSpPr txBox="1"/>
            <p:nvPr/>
          </p:nvSpPr>
          <p:spPr>
            <a:xfrm>
              <a:off x="1057071" y="4203267"/>
              <a:ext cx="3592750" cy="523220"/>
            </a:xfrm>
            <a:prstGeom prst="rect">
              <a:avLst/>
            </a:prstGeom>
            <a:noFill/>
          </p:spPr>
          <p:txBody>
            <a:bodyPr wrap="square" rtlCol="0">
              <a:spAutoFit/>
            </a:bodyPr>
            <a:lstStyle/>
            <a:p>
              <a:r>
                <a:rPr lang="en-US" sz="1400" noProof="0" dirty="0">
                  <a:latin typeface="Source Code Pro" panose="020B0509030403020204" pitchFamily="49" charset="0"/>
                  <a:ea typeface="Source Code Pro" panose="020B0509030403020204" pitchFamily="49" charset="0"/>
                </a:rPr>
                <a:t>Rho difference </a:t>
              </a:r>
              <a:r>
                <a:rPr lang="en-US" sz="1400" noProof="0" dirty="0" err="1">
                  <a:latin typeface="Source Code Pro" panose="020B0509030403020204" pitchFamily="49" charset="0"/>
                  <a:ea typeface="Source Code Pro" panose="020B0509030403020204" pitchFamily="49" charset="0"/>
                </a:rPr>
                <a:t>wrt</a:t>
              </a:r>
              <a:r>
                <a:rPr lang="en-US" sz="1400" noProof="0" dirty="0">
                  <a:latin typeface="Source Code Pro" panose="020B0509030403020204" pitchFamily="49" charset="0"/>
                  <a:ea typeface="Source Code Pro" panose="020B0509030403020204" pitchFamily="49" charset="0"/>
                </a:rPr>
                <a:t>. the expert action:  </a:t>
              </a:r>
            </a:p>
          </p:txBody>
        </p:sp>
        <p:sp>
          <p:nvSpPr>
            <p:cNvPr id="18" name="Rectangle 17">
              <a:extLst>
                <a:ext uri="{FF2B5EF4-FFF2-40B4-BE49-F238E27FC236}">
                  <a16:creationId xmlns:a16="http://schemas.microsoft.com/office/drawing/2014/main" id="{FBFB83B2-C2CF-1192-2582-93C669A861E2}"/>
                </a:ext>
              </a:extLst>
            </p:cNvPr>
            <p:cNvSpPr/>
            <p:nvPr/>
          </p:nvSpPr>
          <p:spPr>
            <a:xfrm>
              <a:off x="3459921" y="4478564"/>
              <a:ext cx="927369" cy="218872"/>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noProof="0" dirty="0">
                  <a:latin typeface="Source Code Pro" panose="020B0509030403020204" pitchFamily="49" charset="0"/>
                  <a:ea typeface="Source Code Pro" panose="020B0509030403020204" pitchFamily="49" charset="0"/>
                </a:rPr>
                <a:t>0.2</a:t>
              </a:r>
            </a:p>
          </p:txBody>
        </p:sp>
        <p:sp>
          <p:nvSpPr>
            <p:cNvPr id="19" name="TextBox 18">
              <a:extLst>
                <a:ext uri="{FF2B5EF4-FFF2-40B4-BE49-F238E27FC236}">
                  <a16:creationId xmlns:a16="http://schemas.microsoft.com/office/drawing/2014/main" id="{956B3091-20FF-2A34-35A4-97C90C34D0AD}"/>
                </a:ext>
              </a:extLst>
            </p:cNvPr>
            <p:cNvSpPr txBox="1"/>
            <p:nvPr/>
          </p:nvSpPr>
          <p:spPr>
            <a:xfrm>
              <a:off x="1057071" y="4842944"/>
              <a:ext cx="3592750" cy="738664"/>
            </a:xfrm>
            <a:prstGeom prst="rect">
              <a:avLst/>
            </a:prstGeom>
            <a:noFill/>
          </p:spPr>
          <p:txBody>
            <a:bodyPr wrap="square" rtlCol="0">
              <a:spAutoFit/>
            </a:bodyPr>
            <a:lstStyle/>
            <a:p>
              <a:r>
                <a:rPr lang="en-US" sz="1400" noProof="0" dirty="0">
                  <a:latin typeface="Source Code Pro" panose="020B0509030403020204" pitchFamily="49" charset="0"/>
                  <a:ea typeface="Source Code Pro" panose="020B0509030403020204" pitchFamily="49" charset="0"/>
                </a:rPr>
                <a:t>Wilcoxon test between the agent output distribution and the ranked greedy actions:</a:t>
              </a:r>
            </a:p>
          </p:txBody>
        </p:sp>
        <p:sp>
          <p:nvSpPr>
            <p:cNvPr id="20" name="Rectangle 19">
              <a:extLst>
                <a:ext uri="{FF2B5EF4-FFF2-40B4-BE49-F238E27FC236}">
                  <a16:creationId xmlns:a16="http://schemas.microsoft.com/office/drawing/2014/main" id="{4899083B-3F42-3A01-3991-B5512BD735EE}"/>
                </a:ext>
              </a:extLst>
            </p:cNvPr>
            <p:cNvSpPr/>
            <p:nvPr/>
          </p:nvSpPr>
          <p:spPr>
            <a:xfrm>
              <a:off x="3459921" y="5616275"/>
              <a:ext cx="927369" cy="218872"/>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noProof="0" dirty="0">
                  <a:latin typeface="Source Code Pro" panose="020B0509030403020204" pitchFamily="49" charset="0"/>
                  <a:ea typeface="Source Code Pro" panose="020B0509030403020204" pitchFamily="49" charset="0"/>
                </a:rPr>
                <a:t>0.03</a:t>
              </a:r>
            </a:p>
          </p:txBody>
        </p:sp>
        <p:sp>
          <p:nvSpPr>
            <p:cNvPr id="21" name="Rectangle 20">
              <a:extLst>
                <a:ext uri="{FF2B5EF4-FFF2-40B4-BE49-F238E27FC236}">
                  <a16:creationId xmlns:a16="http://schemas.microsoft.com/office/drawing/2014/main" id="{6B481268-B739-0E89-3A66-FE9D9CCE8F60}"/>
                </a:ext>
              </a:extLst>
            </p:cNvPr>
            <p:cNvSpPr/>
            <p:nvPr/>
          </p:nvSpPr>
          <p:spPr>
            <a:xfrm>
              <a:off x="1759855" y="5616275"/>
              <a:ext cx="927369" cy="218872"/>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noProof="0" dirty="0">
                  <a:latin typeface="Source Code Pro" panose="020B0509030403020204" pitchFamily="49" charset="0"/>
                  <a:ea typeface="Source Code Pro" panose="020B0509030403020204" pitchFamily="49" charset="0"/>
                </a:rPr>
                <a:t>10.</a:t>
              </a:r>
            </a:p>
          </p:txBody>
        </p:sp>
        <p:sp>
          <p:nvSpPr>
            <p:cNvPr id="22" name="TextBox 21">
              <a:extLst>
                <a:ext uri="{FF2B5EF4-FFF2-40B4-BE49-F238E27FC236}">
                  <a16:creationId xmlns:a16="http://schemas.microsoft.com/office/drawing/2014/main" id="{4DB94D2A-4DA6-7154-A477-79A85057D931}"/>
                </a:ext>
              </a:extLst>
            </p:cNvPr>
            <p:cNvSpPr txBox="1"/>
            <p:nvPr/>
          </p:nvSpPr>
          <p:spPr>
            <a:xfrm>
              <a:off x="959535" y="5561000"/>
              <a:ext cx="857107" cy="307777"/>
            </a:xfrm>
            <a:prstGeom prst="rect">
              <a:avLst/>
            </a:prstGeom>
            <a:noFill/>
          </p:spPr>
          <p:txBody>
            <a:bodyPr wrap="square" rtlCol="0">
              <a:spAutoFit/>
            </a:bodyPr>
            <a:lstStyle/>
            <a:p>
              <a:pPr algn="ctr"/>
              <a:r>
                <a:rPr lang="en-US" sz="1400" noProof="0" dirty="0"/>
                <a:t>Statistic</a:t>
              </a:r>
            </a:p>
          </p:txBody>
        </p:sp>
        <p:sp>
          <p:nvSpPr>
            <p:cNvPr id="23" name="TextBox 22">
              <a:extLst>
                <a:ext uri="{FF2B5EF4-FFF2-40B4-BE49-F238E27FC236}">
                  <a16:creationId xmlns:a16="http://schemas.microsoft.com/office/drawing/2014/main" id="{DBC58038-8E36-1D24-AEAD-87694CD08925}"/>
                </a:ext>
              </a:extLst>
            </p:cNvPr>
            <p:cNvSpPr txBox="1"/>
            <p:nvPr/>
          </p:nvSpPr>
          <p:spPr>
            <a:xfrm>
              <a:off x="2655458" y="5561000"/>
              <a:ext cx="857107" cy="307777"/>
            </a:xfrm>
            <a:prstGeom prst="rect">
              <a:avLst/>
            </a:prstGeom>
            <a:noFill/>
          </p:spPr>
          <p:txBody>
            <a:bodyPr wrap="square" rtlCol="0">
              <a:spAutoFit/>
            </a:bodyPr>
            <a:lstStyle/>
            <a:p>
              <a:pPr algn="ctr"/>
              <a:r>
                <a:rPr lang="en-US" sz="1400" noProof="0" dirty="0"/>
                <a:t>P-value</a:t>
              </a:r>
            </a:p>
          </p:txBody>
        </p:sp>
        <p:sp>
          <p:nvSpPr>
            <p:cNvPr id="26" name="TextBox 25">
              <a:extLst>
                <a:ext uri="{FF2B5EF4-FFF2-40B4-BE49-F238E27FC236}">
                  <a16:creationId xmlns:a16="http://schemas.microsoft.com/office/drawing/2014/main" id="{7A89AAC7-101A-9776-4312-2A7F7E5FE734}"/>
                </a:ext>
              </a:extLst>
            </p:cNvPr>
            <p:cNvSpPr txBox="1"/>
            <p:nvPr/>
          </p:nvSpPr>
          <p:spPr>
            <a:xfrm>
              <a:off x="1057071" y="3683373"/>
              <a:ext cx="3592750" cy="307777"/>
            </a:xfrm>
            <a:prstGeom prst="rect">
              <a:avLst/>
            </a:prstGeom>
            <a:noFill/>
          </p:spPr>
          <p:txBody>
            <a:bodyPr wrap="square" rtlCol="0">
              <a:spAutoFit/>
            </a:bodyPr>
            <a:lstStyle/>
            <a:p>
              <a:r>
                <a:rPr lang="en-US" sz="1400" noProof="0" dirty="0">
                  <a:latin typeface="Source Code Pro" panose="020B0509030403020204" pitchFamily="49" charset="0"/>
                  <a:ea typeface="Source Code Pro" panose="020B0509030403020204" pitchFamily="49" charset="0"/>
                </a:rPr>
                <a:t>Rho improvement:  </a:t>
              </a:r>
            </a:p>
          </p:txBody>
        </p:sp>
        <p:sp>
          <p:nvSpPr>
            <p:cNvPr id="27" name="Rectangle 26">
              <a:extLst>
                <a:ext uri="{FF2B5EF4-FFF2-40B4-BE49-F238E27FC236}">
                  <a16:creationId xmlns:a16="http://schemas.microsoft.com/office/drawing/2014/main" id="{3CA07BFD-52FD-F36C-292A-B95823B60210}"/>
                </a:ext>
              </a:extLst>
            </p:cNvPr>
            <p:cNvSpPr/>
            <p:nvPr/>
          </p:nvSpPr>
          <p:spPr>
            <a:xfrm>
              <a:off x="3459921" y="3750568"/>
              <a:ext cx="927369" cy="218872"/>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noProof="0" dirty="0">
                  <a:latin typeface="Source Code Pro" panose="020B0509030403020204" pitchFamily="49" charset="0"/>
                  <a:ea typeface="Source Code Pro" panose="020B0509030403020204" pitchFamily="49" charset="0"/>
                </a:rPr>
                <a:t>0.4</a:t>
              </a:r>
            </a:p>
          </p:txBody>
        </p:sp>
      </p:grpSp>
      <p:sp>
        <p:nvSpPr>
          <p:cNvPr id="28" name="TextBox 27">
            <a:extLst>
              <a:ext uri="{FF2B5EF4-FFF2-40B4-BE49-F238E27FC236}">
                <a16:creationId xmlns:a16="http://schemas.microsoft.com/office/drawing/2014/main" id="{920D1A24-DA32-6C0F-A409-803396EFE33D}"/>
              </a:ext>
            </a:extLst>
          </p:cNvPr>
          <p:cNvSpPr txBox="1"/>
          <p:nvPr/>
        </p:nvSpPr>
        <p:spPr>
          <a:xfrm>
            <a:off x="8925940" y="4218668"/>
            <a:ext cx="2961259" cy="738664"/>
          </a:xfrm>
          <a:prstGeom prst="rect">
            <a:avLst/>
          </a:prstGeom>
          <a:noFill/>
        </p:spPr>
        <p:txBody>
          <a:bodyPr wrap="square" rtlCol="0">
            <a:spAutoFit/>
          </a:bodyPr>
          <a:lstStyle/>
          <a:p>
            <a:r>
              <a:rPr lang="en-US" sz="1400" noProof="0" dirty="0"/>
              <a:t>→ The agent’s action improves the Rho value (overload) by 0.4 points but is sub-optimal </a:t>
            </a:r>
            <a:r>
              <a:rPr lang="en-US" sz="1400" noProof="0" dirty="0" err="1"/>
              <a:t>wrt</a:t>
            </a:r>
            <a:r>
              <a:rPr lang="en-US" sz="1400" noProof="0" dirty="0"/>
              <a:t>. Expert action.</a:t>
            </a:r>
          </a:p>
        </p:txBody>
      </p:sp>
      <p:sp>
        <p:nvSpPr>
          <p:cNvPr id="29" name="TextBox 28">
            <a:extLst>
              <a:ext uri="{FF2B5EF4-FFF2-40B4-BE49-F238E27FC236}">
                <a16:creationId xmlns:a16="http://schemas.microsoft.com/office/drawing/2014/main" id="{CB934FC6-5535-03D4-1100-7FCCD75A5F3F}"/>
              </a:ext>
            </a:extLst>
          </p:cNvPr>
          <p:cNvSpPr txBox="1"/>
          <p:nvPr/>
        </p:nvSpPr>
        <p:spPr>
          <a:xfrm>
            <a:off x="8925940" y="5246943"/>
            <a:ext cx="3034176" cy="954107"/>
          </a:xfrm>
          <a:prstGeom prst="rect">
            <a:avLst/>
          </a:prstGeom>
          <a:noFill/>
        </p:spPr>
        <p:txBody>
          <a:bodyPr wrap="square" rtlCol="0">
            <a:spAutoFit/>
          </a:bodyPr>
          <a:lstStyle/>
          <a:p>
            <a:r>
              <a:rPr lang="en-US" sz="1400" noProof="0" dirty="0"/>
              <a:t>→ Wilcoxon test shows that agent’s output distribution is significantly (95% confidence) different from optimal greedy action.</a:t>
            </a:r>
          </a:p>
        </p:txBody>
      </p:sp>
      <p:sp>
        <p:nvSpPr>
          <p:cNvPr id="30" name="TextBox 29">
            <a:extLst>
              <a:ext uri="{FF2B5EF4-FFF2-40B4-BE49-F238E27FC236}">
                <a16:creationId xmlns:a16="http://schemas.microsoft.com/office/drawing/2014/main" id="{EEF5F8BB-494F-7FBB-A3EA-5872344EA886}"/>
              </a:ext>
            </a:extLst>
          </p:cNvPr>
          <p:cNvSpPr txBox="1"/>
          <p:nvPr/>
        </p:nvSpPr>
        <p:spPr>
          <a:xfrm>
            <a:off x="8780832" y="2375121"/>
            <a:ext cx="3148106" cy="369332"/>
          </a:xfrm>
          <a:prstGeom prst="rect">
            <a:avLst/>
          </a:prstGeom>
          <a:noFill/>
        </p:spPr>
        <p:txBody>
          <a:bodyPr wrap="none" rtlCol="0">
            <a:spAutoFit/>
          </a:bodyPr>
          <a:lstStyle/>
          <a:p>
            <a:r>
              <a:rPr lang="en-US" noProof="0" dirty="0"/>
              <a:t>Multiple sources of information</a:t>
            </a:r>
          </a:p>
        </p:txBody>
      </p:sp>
    </p:spTree>
    <p:extLst>
      <p:ext uri="{BB962C8B-B14F-4D97-AF65-F5344CB8AC3E}">
        <p14:creationId xmlns:p14="http://schemas.microsoft.com/office/powerpoint/2010/main" val="1955763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5FF8EAF-AA2A-74B8-5499-9DAB8900D0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47"/>
          <a:stretch>
            <a:fillRect/>
          </a:stretch>
        </p:blipFill>
        <p:spPr bwMode="auto">
          <a:xfrm>
            <a:off x="3031078" y="1388853"/>
            <a:ext cx="6129843" cy="532249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E51A65-22BF-32B7-BA99-9978E05CE549}"/>
              </a:ext>
            </a:extLst>
          </p:cNvPr>
          <p:cNvSpPr>
            <a:spLocks noGrp="1"/>
          </p:cNvSpPr>
          <p:nvPr>
            <p:ph type="title"/>
          </p:nvPr>
        </p:nvSpPr>
        <p:spPr/>
        <p:txBody>
          <a:bodyPr/>
          <a:lstStyle/>
          <a:p>
            <a:r>
              <a:rPr lang="en-US" noProof="0" dirty="0"/>
              <a:t>Explainability dashboard – how to use</a:t>
            </a:r>
          </a:p>
        </p:txBody>
      </p:sp>
      <p:sp>
        <p:nvSpPr>
          <p:cNvPr id="4" name="TextBox 3">
            <a:extLst>
              <a:ext uri="{FF2B5EF4-FFF2-40B4-BE49-F238E27FC236}">
                <a16:creationId xmlns:a16="http://schemas.microsoft.com/office/drawing/2014/main" id="{6C5E4EFB-4E60-E819-D0A4-A85989137563}"/>
              </a:ext>
            </a:extLst>
          </p:cNvPr>
          <p:cNvSpPr txBox="1"/>
          <p:nvPr/>
        </p:nvSpPr>
        <p:spPr>
          <a:xfrm>
            <a:off x="228600" y="4008762"/>
            <a:ext cx="2732659" cy="954107"/>
          </a:xfrm>
          <a:prstGeom prst="rect">
            <a:avLst/>
          </a:prstGeom>
          <a:noFill/>
        </p:spPr>
        <p:txBody>
          <a:bodyPr wrap="square" rtlCol="0">
            <a:spAutoFit/>
          </a:bodyPr>
          <a:lstStyle/>
          <a:p>
            <a:r>
              <a:rPr lang="en-US" sz="1400" noProof="0" dirty="0"/>
              <a:t>Two functionalities</a:t>
            </a:r>
          </a:p>
          <a:p>
            <a:pPr marL="342900" indent="-342900">
              <a:buFont typeface="+mj-lt"/>
              <a:buAutoNum type="arabicPeriod"/>
            </a:pPr>
            <a:r>
              <a:rPr lang="en-US" sz="1400" noProof="0" dirty="0"/>
              <a:t>Load the environment for the first time </a:t>
            </a:r>
          </a:p>
          <a:p>
            <a:pPr marL="342900" indent="-342900">
              <a:buFont typeface="+mj-lt"/>
              <a:buAutoNum type="arabicPeriod"/>
            </a:pPr>
            <a:r>
              <a:rPr lang="en-US" sz="1400" noProof="0" dirty="0"/>
              <a:t>Return to the first time</a:t>
            </a:r>
            <a:r>
              <a:rPr lang="en-US" sz="1400" dirty="0"/>
              <a:t>-</a:t>
            </a:r>
            <a:r>
              <a:rPr lang="en-US" sz="1400" noProof="0" dirty="0"/>
              <a:t>stamp</a:t>
            </a:r>
          </a:p>
        </p:txBody>
      </p:sp>
      <p:cxnSp>
        <p:nvCxnSpPr>
          <p:cNvPr id="6" name="Straight Arrow Connector 5">
            <a:extLst>
              <a:ext uri="{FF2B5EF4-FFF2-40B4-BE49-F238E27FC236}">
                <a16:creationId xmlns:a16="http://schemas.microsoft.com/office/drawing/2014/main" id="{080A285F-A541-0A42-F82B-6558F47E3D4A}"/>
              </a:ext>
            </a:extLst>
          </p:cNvPr>
          <p:cNvCxnSpPr>
            <a:cxnSpLocks/>
          </p:cNvCxnSpPr>
          <p:nvPr/>
        </p:nvCxnSpPr>
        <p:spPr>
          <a:xfrm flipH="1">
            <a:off x="2961259" y="4557104"/>
            <a:ext cx="1729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64AB83A-3237-0838-975D-7A6A4717F867}"/>
              </a:ext>
            </a:extLst>
          </p:cNvPr>
          <p:cNvSpPr txBox="1"/>
          <p:nvPr/>
        </p:nvSpPr>
        <p:spPr>
          <a:xfrm>
            <a:off x="76200" y="1914306"/>
            <a:ext cx="2885059" cy="954107"/>
          </a:xfrm>
          <a:prstGeom prst="rect">
            <a:avLst/>
          </a:prstGeom>
          <a:noFill/>
        </p:spPr>
        <p:txBody>
          <a:bodyPr wrap="square" rtlCol="0">
            <a:spAutoFit/>
          </a:bodyPr>
          <a:lstStyle/>
          <a:p>
            <a:r>
              <a:rPr lang="en-US" sz="1400" noProof="0" dirty="0"/>
              <a:t>Textual explanation provided to user based on statistics or power grid current state and the state after the application of AI recommendation</a:t>
            </a:r>
          </a:p>
        </p:txBody>
      </p:sp>
      <p:cxnSp>
        <p:nvCxnSpPr>
          <p:cNvPr id="11" name="Straight Arrow Connector 10">
            <a:extLst>
              <a:ext uri="{FF2B5EF4-FFF2-40B4-BE49-F238E27FC236}">
                <a16:creationId xmlns:a16="http://schemas.microsoft.com/office/drawing/2014/main" id="{44191071-2A16-6816-A560-076CE84A065A}"/>
              </a:ext>
            </a:extLst>
          </p:cNvPr>
          <p:cNvCxnSpPr>
            <a:cxnSpLocks/>
          </p:cNvCxnSpPr>
          <p:nvPr/>
        </p:nvCxnSpPr>
        <p:spPr>
          <a:xfrm flipH="1">
            <a:off x="2647993" y="2310881"/>
            <a:ext cx="383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CAB79D3-F3D4-790D-5EAE-94549BA3355F}"/>
              </a:ext>
            </a:extLst>
          </p:cNvPr>
          <p:cNvSpPr txBox="1"/>
          <p:nvPr/>
        </p:nvSpPr>
        <p:spPr>
          <a:xfrm>
            <a:off x="9412044" y="3965632"/>
            <a:ext cx="2732659" cy="1169551"/>
          </a:xfrm>
          <a:prstGeom prst="rect">
            <a:avLst/>
          </a:prstGeom>
          <a:noFill/>
        </p:spPr>
        <p:txBody>
          <a:bodyPr wrap="square" rtlCol="0">
            <a:spAutoFit/>
          </a:bodyPr>
          <a:lstStyle/>
          <a:p>
            <a:r>
              <a:rPr lang="en-US" sz="1400" noProof="0" dirty="0"/>
              <a:t>Two functionalities</a:t>
            </a:r>
          </a:p>
          <a:p>
            <a:pPr marL="342900" indent="-342900">
              <a:buFont typeface="+mj-lt"/>
              <a:buAutoNum type="arabicPeriod"/>
            </a:pPr>
            <a:r>
              <a:rPr lang="en-US" sz="1400" dirty="0"/>
              <a:t>Progress in scenario (next time stamp)</a:t>
            </a:r>
          </a:p>
          <a:p>
            <a:pPr marL="342900" indent="-342900">
              <a:buFont typeface="+mj-lt"/>
              <a:buAutoNum type="arabicPeriod"/>
            </a:pPr>
            <a:r>
              <a:rPr lang="en-US" sz="1400" dirty="0"/>
              <a:t>Take a recommendation from AI agent</a:t>
            </a:r>
            <a:endParaRPr lang="en-US" sz="1400" noProof="0" dirty="0"/>
          </a:p>
        </p:txBody>
      </p:sp>
      <p:sp>
        <p:nvSpPr>
          <p:cNvPr id="14" name="TextBox 13">
            <a:extLst>
              <a:ext uri="{FF2B5EF4-FFF2-40B4-BE49-F238E27FC236}">
                <a16:creationId xmlns:a16="http://schemas.microsoft.com/office/drawing/2014/main" id="{DDF011EF-52CF-2B74-9A27-702A81F2E9AA}"/>
              </a:ext>
            </a:extLst>
          </p:cNvPr>
          <p:cNvSpPr txBox="1"/>
          <p:nvPr/>
        </p:nvSpPr>
        <p:spPr>
          <a:xfrm>
            <a:off x="9508067" y="2528093"/>
            <a:ext cx="2607733" cy="523220"/>
          </a:xfrm>
          <a:prstGeom prst="rect">
            <a:avLst/>
          </a:prstGeom>
          <a:noFill/>
        </p:spPr>
        <p:txBody>
          <a:bodyPr wrap="square" rtlCol="0">
            <a:spAutoFit/>
          </a:bodyPr>
          <a:lstStyle/>
          <a:p>
            <a:r>
              <a:rPr lang="fr-FR" sz="1400" dirty="0"/>
              <a:t>F</a:t>
            </a:r>
            <a:r>
              <a:rPr lang="en-US" sz="1400" dirty="0" err="1"/>
              <a:t>ast</a:t>
            </a:r>
            <a:r>
              <a:rPr lang="en-US" sz="1400" dirty="0"/>
              <a:t> forward to the next overload scenario on the power grid </a:t>
            </a:r>
            <a:endParaRPr lang="en-US" sz="1400" noProof="0" dirty="0"/>
          </a:p>
        </p:txBody>
      </p:sp>
      <p:cxnSp>
        <p:nvCxnSpPr>
          <p:cNvPr id="16" name="Connector: Elbow 15">
            <a:extLst>
              <a:ext uri="{FF2B5EF4-FFF2-40B4-BE49-F238E27FC236}">
                <a16:creationId xmlns:a16="http://schemas.microsoft.com/office/drawing/2014/main" id="{464317E2-B91F-B206-C659-5A10F2014C24}"/>
              </a:ext>
            </a:extLst>
          </p:cNvPr>
          <p:cNvCxnSpPr>
            <a:cxnSpLocks/>
            <a:stCxn id="22" idx="2"/>
            <a:endCxn id="14" idx="1"/>
          </p:cNvCxnSpPr>
          <p:nvPr/>
        </p:nvCxnSpPr>
        <p:spPr>
          <a:xfrm rot="5400000" flipH="1" flipV="1">
            <a:off x="6699816" y="1868386"/>
            <a:ext cx="1886933" cy="3729567"/>
          </a:xfrm>
          <a:prstGeom prst="bentConnector4">
            <a:avLst>
              <a:gd name="adj1" fmla="val -5257"/>
              <a:gd name="adj2" fmla="val 93068"/>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1F0A4DD7-8A9A-35EA-63F2-D9B01AA5805D}"/>
              </a:ext>
            </a:extLst>
          </p:cNvPr>
          <p:cNvSpPr/>
          <p:nvPr/>
        </p:nvSpPr>
        <p:spPr>
          <a:xfrm>
            <a:off x="5274733" y="4414173"/>
            <a:ext cx="1007534" cy="262463"/>
          </a:xfrm>
          <a:prstGeom prst="round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DFF182A8-296F-0A99-B3BD-EAF23C42AB25}"/>
              </a:ext>
            </a:extLst>
          </p:cNvPr>
          <p:cNvSpPr/>
          <p:nvPr/>
        </p:nvSpPr>
        <p:spPr>
          <a:xfrm>
            <a:off x="6352086" y="4414173"/>
            <a:ext cx="1155686" cy="262463"/>
          </a:xfrm>
          <a:prstGeom prst="round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cxnSp>
        <p:nvCxnSpPr>
          <p:cNvPr id="38" name="Connector: Elbow 37">
            <a:extLst>
              <a:ext uri="{FF2B5EF4-FFF2-40B4-BE49-F238E27FC236}">
                <a16:creationId xmlns:a16="http://schemas.microsoft.com/office/drawing/2014/main" id="{22B636E0-B10A-12DC-568F-B322D98FE865}"/>
              </a:ext>
            </a:extLst>
          </p:cNvPr>
          <p:cNvCxnSpPr>
            <a:cxnSpLocks/>
            <a:stCxn id="37" idx="3"/>
            <a:endCxn id="13" idx="1"/>
          </p:cNvCxnSpPr>
          <p:nvPr/>
        </p:nvCxnSpPr>
        <p:spPr>
          <a:xfrm>
            <a:off x="7507772" y="4545405"/>
            <a:ext cx="1904272" cy="5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47FEF15-7934-216A-A906-C886C71B073A}"/>
              </a:ext>
            </a:extLst>
          </p:cNvPr>
          <p:cNvSpPr txBox="1"/>
          <p:nvPr/>
        </p:nvSpPr>
        <p:spPr>
          <a:xfrm>
            <a:off x="2002454" y="5627250"/>
            <a:ext cx="1028624" cy="523220"/>
          </a:xfrm>
          <a:prstGeom prst="rect">
            <a:avLst/>
          </a:prstGeom>
          <a:noFill/>
        </p:spPr>
        <p:txBody>
          <a:bodyPr wrap="square" rtlCol="0">
            <a:spAutoFit/>
          </a:bodyPr>
          <a:lstStyle/>
          <a:p>
            <a:pPr algn="ctr"/>
            <a:r>
              <a:rPr lang="en-US" sz="1400" noProof="0" dirty="0"/>
              <a:t>AI Agent’s </a:t>
            </a:r>
          </a:p>
          <a:p>
            <a:pPr algn="ctr"/>
            <a:r>
              <a:rPr lang="en-US" sz="1400" noProof="0" dirty="0"/>
              <a:t>action</a:t>
            </a:r>
          </a:p>
        </p:txBody>
      </p:sp>
      <p:sp>
        <p:nvSpPr>
          <p:cNvPr id="50" name="TextBox 49">
            <a:extLst>
              <a:ext uri="{FF2B5EF4-FFF2-40B4-BE49-F238E27FC236}">
                <a16:creationId xmlns:a16="http://schemas.microsoft.com/office/drawing/2014/main" id="{E9CFFE15-7CE3-8CA6-1584-6133F9667183}"/>
              </a:ext>
            </a:extLst>
          </p:cNvPr>
          <p:cNvSpPr txBox="1"/>
          <p:nvPr/>
        </p:nvSpPr>
        <p:spPr>
          <a:xfrm>
            <a:off x="9160921" y="5411807"/>
            <a:ext cx="1617453" cy="954107"/>
          </a:xfrm>
          <a:prstGeom prst="rect">
            <a:avLst/>
          </a:prstGeom>
          <a:noFill/>
        </p:spPr>
        <p:txBody>
          <a:bodyPr wrap="square" rtlCol="0">
            <a:spAutoFit/>
          </a:bodyPr>
          <a:lstStyle/>
          <a:p>
            <a:pPr algn="ctr"/>
            <a:r>
              <a:rPr lang="en-US" sz="1400" noProof="0" dirty="0"/>
              <a:t>Expert action obtained using ExpertOp4Grid package</a:t>
            </a:r>
          </a:p>
        </p:txBody>
      </p:sp>
    </p:spTree>
    <p:extLst>
      <p:ext uri="{BB962C8B-B14F-4D97-AF65-F5344CB8AC3E}">
        <p14:creationId xmlns:p14="http://schemas.microsoft.com/office/powerpoint/2010/main" val="73761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6398B-8329-1991-9633-B7ABAA518262}"/>
              </a:ext>
            </a:extLst>
          </p:cNvPr>
          <p:cNvSpPr>
            <a:spLocks noGrp="1"/>
          </p:cNvSpPr>
          <p:nvPr>
            <p:ph type="title"/>
          </p:nvPr>
        </p:nvSpPr>
        <p:spPr/>
        <p:txBody>
          <a:bodyPr/>
          <a:lstStyle/>
          <a:p>
            <a:r>
              <a:rPr lang="en-US" noProof="0" dirty="0"/>
              <a:t>Perspectives</a:t>
            </a:r>
          </a:p>
        </p:txBody>
      </p:sp>
      <p:sp>
        <p:nvSpPr>
          <p:cNvPr id="3" name="Content Placeholder 2">
            <a:extLst>
              <a:ext uri="{FF2B5EF4-FFF2-40B4-BE49-F238E27FC236}">
                <a16:creationId xmlns:a16="http://schemas.microsoft.com/office/drawing/2014/main" id="{D0B6CE8D-86ED-E468-DD78-45FA62BBDD19}"/>
              </a:ext>
            </a:extLst>
          </p:cNvPr>
          <p:cNvSpPr>
            <a:spLocks noGrp="1"/>
          </p:cNvSpPr>
          <p:nvPr>
            <p:ph idx="1"/>
          </p:nvPr>
        </p:nvSpPr>
        <p:spPr/>
        <p:txBody>
          <a:bodyPr/>
          <a:lstStyle/>
          <a:p>
            <a:r>
              <a:rPr lang="en-US" noProof="0" dirty="0"/>
              <a:t>Generate explanation using LLM</a:t>
            </a:r>
          </a:p>
          <a:p>
            <a:r>
              <a:rPr lang="en-US" noProof="0" dirty="0"/>
              <a:t>Extend to other AI agents and ability to import AI agents via API</a:t>
            </a:r>
          </a:p>
          <a:p>
            <a:r>
              <a:rPr lang="en-US" noProof="0" dirty="0"/>
              <a:t>Enabling the change of environment and scenarios during the analysis</a:t>
            </a:r>
          </a:p>
          <a:p>
            <a:endParaRPr lang="en-US" noProof="0" dirty="0"/>
          </a:p>
        </p:txBody>
      </p:sp>
    </p:spTree>
    <p:extLst>
      <p:ext uri="{BB962C8B-B14F-4D97-AF65-F5344CB8AC3E}">
        <p14:creationId xmlns:p14="http://schemas.microsoft.com/office/powerpoint/2010/main" val="1035478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5">
          <a:extLst>
            <a:ext uri="{FF2B5EF4-FFF2-40B4-BE49-F238E27FC236}">
              <a16:creationId xmlns:a16="http://schemas.microsoft.com/office/drawing/2014/main" id="{C19C9B0A-3139-78E4-FAA3-963D2F4DB351}"/>
            </a:ext>
          </a:extLst>
        </p:cNvPr>
        <p:cNvGrpSpPr/>
        <p:nvPr/>
      </p:nvGrpSpPr>
      <p:grpSpPr>
        <a:xfrm>
          <a:off x="0" y="0"/>
          <a:ext cx="0" cy="0"/>
          <a:chOff x="0" y="0"/>
          <a:chExt cx="0" cy="0"/>
        </a:xfrm>
      </p:grpSpPr>
      <p:sp>
        <p:nvSpPr>
          <p:cNvPr id="666" name="Google Shape;666;p48">
            <a:extLst>
              <a:ext uri="{FF2B5EF4-FFF2-40B4-BE49-F238E27FC236}">
                <a16:creationId xmlns:a16="http://schemas.microsoft.com/office/drawing/2014/main" id="{6A6F4BCD-0298-A68E-10A7-D8531B20358A}"/>
              </a:ext>
            </a:extLst>
          </p:cNvPr>
          <p:cNvSpPr txBox="1">
            <a:spLocks noGrp="1"/>
          </p:cNvSpPr>
          <p:nvPr>
            <p:ph type="title"/>
          </p:nvPr>
        </p:nvSpPr>
        <p:spPr>
          <a:xfrm>
            <a:off x="838200" y="603750"/>
            <a:ext cx="9065400" cy="59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t-IT"/>
              <a:t>Authors</a:t>
            </a:r>
            <a:endParaRPr/>
          </a:p>
        </p:txBody>
      </p:sp>
      <p:graphicFrame>
        <p:nvGraphicFramePr>
          <p:cNvPr id="4" name="Google Shape;667;p48">
            <a:extLst>
              <a:ext uri="{FF2B5EF4-FFF2-40B4-BE49-F238E27FC236}">
                <a16:creationId xmlns:a16="http://schemas.microsoft.com/office/drawing/2014/main" id="{A1BF9794-FBFD-C234-6EAC-37C9516868E8}"/>
              </a:ext>
            </a:extLst>
          </p:cNvPr>
          <p:cNvGraphicFramePr/>
          <p:nvPr/>
        </p:nvGraphicFramePr>
        <p:xfrm>
          <a:off x="2086995" y="2438474"/>
          <a:ext cx="8128000" cy="7417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it-IT" sz="1800" u="none" strike="noStrike" cap="none" dirty="0">
                          <a:solidFill>
                            <a:srgbClr val="FF0000"/>
                          </a:solidFill>
                          <a:sym typeface="Calibri"/>
                        </a:rPr>
                        <a:t>Authors</a:t>
                      </a:r>
                      <a:endParaRPr dirty="0">
                        <a:solidFill>
                          <a:srgbClr val="FF0000"/>
                        </a:solidFill>
                      </a:endParaRPr>
                    </a:p>
                  </a:txBody>
                  <a:tcPr marL="91450" marR="91450" marT="45725" marB="45725"/>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it-IT" sz="1800" u="none" strike="noStrike" cap="none" dirty="0">
                          <a:solidFill>
                            <a:srgbClr val="FF0000"/>
                          </a:solidFill>
                          <a:sym typeface="Calibri"/>
                        </a:rPr>
                        <a:t>Institution</a:t>
                      </a:r>
                      <a:endParaRPr dirty="0">
                        <a:solidFill>
                          <a:srgbClr val="FF0000"/>
                        </a:solidFill>
                      </a:endParaRPr>
                    </a:p>
                  </a:txBody>
                  <a:tcPr marL="91450" marR="91450" marT="45725" marB="45725"/>
                </a:tc>
                <a:extLst>
                  <a:ext uri="{0D108BD9-81ED-4DB2-BD59-A6C34878D82A}">
                    <a16:rowId xmlns:a16="http://schemas.microsoft.com/office/drawing/2014/main" val="10000"/>
                  </a:ext>
                </a:extLst>
              </a:tr>
              <a:tr h="3708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fr-FR" sz="1800" dirty="0"/>
                        <a:t>Milad </a:t>
                      </a:r>
                      <a:r>
                        <a:rPr lang="fr-FR" sz="1800" dirty="0" err="1"/>
                        <a:t>Leyli-abadi</a:t>
                      </a:r>
                      <a:endParaRPr sz="1800" dirty="0"/>
                    </a:p>
                  </a:txBody>
                  <a:tcPr marL="91450" marR="91450" marT="45725" marB="45725"/>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fr-FR" sz="1800" dirty="0"/>
                        <a:t>IRTSX (IRT SystemX)</a:t>
                      </a:r>
                      <a:endParaRPr sz="1800" dirty="0"/>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22628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FC59-AD42-709B-6613-787032DF3D6E}"/>
              </a:ext>
            </a:extLst>
          </p:cNvPr>
          <p:cNvSpPr>
            <a:spLocks noGrp="1"/>
          </p:cNvSpPr>
          <p:nvPr>
            <p:ph type="title"/>
          </p:nvPr>
        </p:nvSpPr>
        <p:spPr/>
        <p:txBody>
          <a:bodyPr/>
          <a:lstStyle/>
          <a:p>
            <a:r>
              <a:rPr lang="fr-FR" dirty="0"/>
              <a:t>Link to the repository</a:t>
            </a:r>
            <a:endParaRPr lang="en-US" dirty="0"/>
          </a:p>
        </p:txBody>
      </p:sp>
      <p:sp>
        <p:nvSpPr>
          <p:cNvPr id="5" name="TextBox 4">
            <a:extLst>
              <a:ext uri="{FF2B5EF4-FFF2-40B4-BE49-F238E27FC236}">
                <a16:creationId xmlns:a16="http://schemas.microsoft.com/office/drawing/2014/main" id="{E8155120-C470-194D-F67D-F1627C120339}"/>
              </a:ext>
            </a:extLst>
          </p:cNvPr>
          <p:cNvSpPr txBox="1"/>
          <p:nvPr/>
        </p:nvSpPr>
        <p:spPr>
          <a:xfrm>
            <a:off x="736600" y="4998136"/>
            <a:ext cx="10236200" cy="369332"/>
          </a:xfrm>
          <a:prstGeom prst="rect">
            <a:avLst/>
          </a:prstGeom>
          <a:noFill/>
        </p:spPr>
        <p:txBody>
          <a:bodyPr wrap="square">
            <a:spAutoFit/>
          </a:bodyPr>
          <a:lstStyle/>
          <a:p>
            <a:r>
              <a:rPr lang="en-US" dirty="0">
                <a:hlinkClick r:id="rId2"/>
              </a:rPr>
              <a:t>AI4REALNET/T2.3_explainability_dashboard: The explainability panel for RL agents and Power Grid use case</a:t>
            </a:r>
            <a:endParaRPr lang="en-US" dirty="0"/>
          </a:p>
        </p:txBody>
      </p:sp>
      <p:pic>
        <p:nvPicPr>
          <p:cNvPr id="4" name="Picture 3">
            <a:extLst>
              <a:ext uri="{FF2B5EF4-FFF2-40B4-BE49-F238E27FC236}">
                <a16:creationId xmlns:a16="http://schemas.microsoft.com/office/drawing/2014/main" id="{D0E7427F-617F-72F9-C5E7-6D85BE03A486}"/>
              </a:ext>
            </a:extLst>
          </p:cNvPr>
          <p:cNvPicPr>
            <a:picLocks noChangeAspect="1"/>
          </p:cNvPicPr>
          <p:nvPr/>
        </p:nvPicPr>
        <p:blipFill>
          <a:blip r:embed="rId3"/>
          <a:stretch>
            <a:fillRect/>
          </a:stretch>
        </p:blipFill>
        <p:spPr>
          <a:xfrm>
            <a:off x="4295390" y="1410094"/>
            <a:ext cx="3269192" cy="3269192"/>
          </a:xfrm>
          <a:prstGeom prst="rect">
            <a:avLst/>
          </a:prstGeom>
        </p:spPr>
      </p:pic>
    </p:spTree>
    <p:extLst>
      <p:ext uri="{BB962C8B-B14F-4D97-AF65-F5344CB8AC3E}">
        <p14:creationId xmlns:p14="http://schemas.microsoft.com/office/powerpoint/2010/main" val="2566854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182393"/>
      </p:ext>
    </p:extLst>
  </p:cSld>
  <p:clrMapOvr>
    <a:masterClrMapping/>
  </p:clrMapOvr>
</p:sld>
</file>

<file path=ppt/theme/theme1.xml><?xml version="1.0" encoding="utf-8"?>
<a:theme xmlns:a="http://schemas.openxmlformats.org/drawingml/2006/main" name="Office Theme">
  <a:themeElements>
    <a:clrScheme name="Custom 4">
      <a:dk1>
        <a:srgbClr val="2E3192"/>
      </a:dk1>
      <a:lt1>
        <a:sysClr val="window" lastClr="FFFFFF"/>
      </a:lt1>
      <a:dk2>
        <a:srgbClr val="2E3192"/>
      </a:dk2>
      <a:lt2>
        <a:srgbClr val="F2F2F2"/>
      </a:lt2>
      <a:accent1>
        <a:srgbClr val="ED1C24"/>
      </a:accent1>
      <a:accent2>
        <a:srgbClr val="2F5496"/>
      </a:accent2>
      <a:accent3>
        <a:srgbClr val="8EAADB"/>
      </a:accent3>
      <a:accent4>
        <a:srgbClr val="D9E2F3"/>
      </a:accent4>
      <a:accent5>
        <a:srgbClr val="9CC3E5"/>
      </a:accent5>
      <a:accent6>
        <a:srgbClr val="034A90"/>
      </a:accent6>
      <a:hlink>
        <a:srgbClr val="0563C1"/>
      </a:hlink>
      <a:folHlink>
        <a:srgbClr val="F5838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8e4134e-53fe-428c-bf08-2d572b9208f2">
      <Terms xmlns="http://schemas.microsoft.com/office/infopath/2007/PartnerControls"/>
    </lcf76f155ced4ddcb4097134ff3c332f>
    <TaxCatchAll xmlns="55d9f0b2-8952-40bd-8260-4e4197a72e3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CD023D34654D48AEA1BEE2BA179FA5" ma:contentTypeVersion="16" ma:contentTypeDescription="Create a new document." ma:contentTypeScope="" ma:versionID="8c2d32ef3ba944a36ce93a46e0a8cde1">
  <xsd:schema xmlns:xsd="http://www.w3.org/2001/XMLSchema" xmlns:xs="http://www.w3.org/2001/XMLSchema" xmlns:p="http://schemas.microsoft.com/office/2006/metadata/properties" xmlns:ns2="b8e4134e-53fe-428c-bf08-2d572b9208f2" xmlns:ns3="55d9f0b2-8952-40bd-8260-4e4197a72e3b" targetNamespace="http://schemas.microsoft.com/office/2006/metadata/properties" ma:root="true" ma:fieldsID="593ced44084ac3d767e49961aa07d89d" ns2:_="" ns3:_="">
    <xsd:import namespace="b8e4134e-53fe-428c-bf08-2d572b9208f2"/>
    <xsd:import namespace="55d9f0b2-8952-40bd-8260-4e4197a72e3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DateTaken" minOccurs="0"/>
                <xsd:element ref="ns2:MediaLengthInSeconds" minOccurs="0"/>
                <xsd:element ref="ns3:SharedWithUsers" minOccurs="0"/>
                <xsd:element ref="ns3:SharedWithDetail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e4134e-53fe-428c-bf08-2d572b9208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dea2aff-83e1-4cb3-b7a2-433f265e0dc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d9f0b2-8952-40bd-8260-4e4197a72e3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bd4551b-8d19-4689-b70a-63890948e751}" ma:internalName="TaxCatchAll" ma:showField="CatchAllData" ma:web="55d9f0b2-8952-40bd-8260-4e4197a72e3b">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B3FBEB-0F82-46CF-9392-31DFF6E207EB}">
  <ds:schemaRefs>
    <ds:schemaRef ds:uri="http://schemas.microsoft.com/sharepoint/v3/contenttype/forms"/>
  </ds:schemaRefs>
</ds:datastoreItem>
</file>

<file path=customXml/itemProps2.xml><?xml version="1.0" encoding="utf-8"?>
<ds:datastoreItem xmlns:ds="http://schemas.openxmlformats.org/officeDocument/2006/customXml" ds:itemID="{DECA5E07-CAB8-4690-A0EF-32A0CE10E7BD}">
  <ds:schemaRefs>
    <ds:schemaRef ds:uri="0c372da2-b3f5-4e00-83c5-35a9e92cc77b"/>
    <ds:schemaRef ds:uri="bc89abb3-10bf-413e-ab30-26a7aef7b28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b8e4134e-53fe-428c-bf08-2d572b9208f2"/>
    <ds:schemaRef ds:uri="55d9f0b2-8952-40bd-8260-4e4197a72e3b"/>
  </ds:schemaRefs>
</ds:datastoreItem>
</file>

<file path=customXml/itemProps3.xml><?xml version="1.0" encoding="utf-8"?>
<ds:datastoreItem xmlns:ds="http://schemas.openxmlformats.org/officeDocument/2006/customXml" ds:itemID="{AC2F89D7-C795-4100-9083-7692A9621B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e4134e-53fe-428c-bf08-2d572b9208f2"/>
    <ds:schemaRef ds:uri="55d9f0b2-8952-40bd-8260-4e4197a72e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TotalTime>
  <Words>870</Words>
  <Application>Microsoft Office PowerPoint</Application>
  <PresentationFormat>Widescreen</PresentationFormat>
  <Paragraphs>136</Paragraphs>
  <Slides>14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Manrope Medium</vt:lpstr>
      <vt:lpstr>Manrope SemiBold</vt:lpstr>
      <vt:lpstr>Source Code Pro</vt:lpstr>
      <vt:lpstr>Wingdings</vt:lpstr>
      <vt:lpstr>Office Theme</vt:lpstr>
      <vt:lpstr>Explainability Dashboard</vt:lpstr>
      <vt:lpstr>Outline </vt:lpstr>
      <vt:lpstr>Context</vt:lpstr>
      <vt:lpstr>Methodology</vt:lpstr>
      <vt:lpstr>Schematic representation of the panel</vt:lpstr>
      <vt:lpstr>Original contribution</vt:lpstr>
      <vt:lpstr>Overview of code structure</vt:lpstr>
      <vt:lpstr>Inputs and requirements</vt:lpstr>
      <vt:lpstr>Dashboard presentation</vt:lpstr>
      <vt:lpstr>Explainability dashboard – how to use</vt:lpstr>
      <vt:lpstr>Perspectives</vt:lpstr>
      <vt:lpstr>Authors</vt:lpstr>
      <vt:lpstr>Link to the repository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Rita Morais Costa</dc:creator>
  <cp:lastModifiedBy>Milad LEYLI-ABADI</cp:lastModifiedBy>
  <cp:revision>1</cp:revision>
  <dcterms:created xsi:type="dcterms:W3CDTF">2023-09-08T09:26:43Z</dcterms:created>
  <dcterms:modified xsi:type="dcterms:W3CDTF">2026-02-13T12:46:31Z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0x0101009ACD023D34654D48AEA1BEE2BA179FA5</vt:lpwstr>
  </property>
  <property fmtid="{D5CDD505-2E9C-101B-9397-08002B2CF9AE}" pid="3" name="MediaServiceImageTags">
    <vt:lpwstr/>
  </property>
</Properties>
</file>